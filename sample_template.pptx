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6"/>
  </p:notesMasterIdLst>
  <p:sldIdLst>
    <p:sldId id="2147480629" r:id="rId5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589285"/>
              </p:ext>
            </p:extLst>
          </p:nvPr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0216963E-C4F9-251E-DE67-9FF6FB7FD511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680</TotalTime>
  <Words>12</Words>
  <Application>Microsoft Office PowerPoint</Application>
  <PresentationFormat>와이드스크린</PresentationFormat>
  <Paragraphs>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131</cp:revision>
  <cp:lastPrinted>2026-01-15T21:29:25Z</cp:lastPrinted>
  <dcterms:created xsi:type="dcterms:W3CDTF">2025-12-10T21:27:34Z</dcterms:created>
  <dcterms:modified xsi:type="dcterms:W3CDTF">2026-06-02T08:37:04Z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