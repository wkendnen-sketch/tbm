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2147481510" r:id="rId2"/>
    <p:sldId id="2147481426" r:id="rId3"/>
    <p:sldId id="2147481534" r:id="rId4"/>
    <p:sldId id="2147481532" r:id="rId5"/>
    <p:sldId id="2147481522" r:id="rId6"/>
    <p:sldId id="2147481527" r:id="rId7"/>
    <p:sldId id="2147481530" r:id="rId8"/>
    <p:sldId id="2147481470" r:id="rId9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76" autoAdjust="0"/>
    <p:restoredTop sz="94660"/>
  </p:normalViewPr>
  <p:slideViewPr>
    <p:cSldViewPr snapToGrid="0">
      <p:cViewPr>
        <p:scale>
          <a:sx n="66" d="100"/>
          <a:sy n="66" d="100"/>
        </p:scale>
        <p:origin x="1714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88139C-5FA4-4293-8521-06E51CE92734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F0033-93FD-45ED-98A6-363D0D0125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976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9DAA95-2AEA-4568-9FD7-5FDEF721D89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3762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21AC3-A44A-44B1-BD7B-FCC91621D26C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BE05-B59A-4372-AAE3-A0ECDD41E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251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21AC3-A44A-44B1-BD7B-FCC91621D26C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BE05-B59A-4372-AAE3-A0ECDD41E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207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21AC3-A44A-44B1-BD7B-FCC91621D26C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BE05-B59A-4372-AAE3-A0ECDD41E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498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21AC3-A44A-44B1-BD7B-FCC91621D26C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BE05-B59A-4372-AAE3-A0ECDD41E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7781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21AC3-A44A-44B1-BD7B-FCC91621D26C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BE05-B59A-4372-AAE3-A0ECDD41E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263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21AC3-A44A-44B1-BD7B-FCC91621D26C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BE05-B59A-4372-AAE3-A0ECDD41E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8710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21AC3-A44A-44B1-BD7B-FCC91621D26C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BE05-B59A-4372-AAE3-A0ECDD41E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891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21AC3-A44A-44B1-BD7B-FCC91621D26C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BE05-B59A-4372-AAE3-A0ECDD41E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8616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21AC3-A44A-44B1-BD7B-FCC91621D26C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BE05-B59A-4372-AAE3-A0ECDD41E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897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21AC3-A44A-44B1-BD7B-FCC91621D26C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BE05-B59A-4372-AAE3-A0ECDD41E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0487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21AC3-A44A-44B1-BD7B-FCC91621D26C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BE05-B59A-4372-AAE3-A0ECDD41E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7513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700190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. 본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 descr="가로모티프색.png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9275"/>
            <a:ext cx="9906000" cy="4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272480" y="764704"/>
            <a:ext cx="9361040" cy="5688484"/>
          </a:xfrm>
          <a:prstGeom prst="rect">
            <a:avLst/>
          </a:prstGeom>
        </p:spPr>
        <p:txBody>
          <a:bodyPr tIns="0"/>
          <a:lstStyle>
            <a:lvl1pPr marL="252000" indent="-252000" algn="l" rtl="0" eaLnBrk="1" fontAlgn="base" latinLnBrk="1" hangingPunct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 kumimoji="0" lang="ko-KR" altLang="en-US" sz="1700" b="1" kern="1200" spc="-30" baseline="0" dirty="0" smtClean="0"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  <a:lvl2pPr marL="540000" indent="-252000">
              <a:lnSpc>
                <a:spcPts val="2160"/>
              </a:lnSpc>
              <a:buFont typeface="+mj-lt"/>
              <a:buAutoNum type="arabicParenR"/>
              <a:defRPr sz="1400" spc="-30" baseline="0"/>
            </a:lvl2pPr>
            <a:lvl3pPr marL="684000" indent="-144000">
              <a:lnSpc>
                <a:spcPts val="2100"/>
              </a:lnSpc>
              <a:buFont typeface="맑은 고딕" panose="020B0503020000020004" pitchFamily="50" charset="-127"/>
              <a:buChar char="–"/>
              <a:defRPr sz="1300" spc="-30" baseline="0"/>
            </a:lvl3pPr>
            <a:lvl4pPr marL="1080000">
              <a:defRPr sz="1400"/>
            </a:lvl4pPr>
            <a:lvl5pPr marL="1260000">
              <a:defRPr sz="14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  <a:endParaRPr lang="en-US" altLang="ko-KR"/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128464" y="75502"/>
            <a:ext cx="9505056" cy="486474"/>
          </a:xfrm>
          <a:prstGeom prst="rect">
            <a:avLst/>
          </a:prstGeom>
        </p:spPr>
        <p:txBody>
          <a:bodyPr/>
          <a:lstStyle>
            <a:lvl1pPr marL="252000" indent="-252000" algn="l" rtl="0" eaLnBrk="1" fontAlgn="base" latinLnBrk="1" hangingPunct="1">
              <a:spcBef>
                <a:spcPct val="0"/>
              </a:spcBef>
              <a:spcAft>
                <a:spcPct val="0"/>
              </a:spcAft>
              <a:buFont typeface="+mj-lt"/>
              <a:buAutoNum type="romanUcPeriod"/>
              <a:defRPr kumimoji="0" lang="ko-KR" altLang="en-US" sz="2400" b="1" kern="1200" dirty="0">
                <a:solidFill>
                  <a:schemeClr val="tx1"/>
                </a:solidFill>
                <a:latin typeface="Arial" pitchFamily="34" charset="0"/>
                <a:ea typeface="맑은 고딕" pitchFamily="50" charset="-127"/>
                <a:cs typeface="Arial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21251794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7564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21AC3-A44A-44B1-BD7B-FCC91621D26C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7BE05-B59A-4372-AAE3-A0ECDD41E9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5376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25D7C-135E-23EF-303F-D11609B2B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89EC10-9F11-66A0-93ED-BB1D824275C3}"/>
              </a:ext>
            </a:extLst>
          </p:cNvPr>
          <p:cNvSpPr txBox="1"/>
          <p:nvPr/>
        </p:nvSpPr>
        <p:spPr bwMode="auto">
          <a:xfrm>
            <a:off x="416496" y="1268760"/>
            <a:ext cx="9073008" cy="20408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200000"/>
              </a:lnSpc>
              <a:defRPr/>
            </a:pPr>
            <a:r>
              <a:rPr lang="ko-KR" altLang="en-US" sz="7500" b="1" spc="-100">
                <a:solidFill>
                  <a:srgbClr val="002060"/>
                </a:solidFill>
                <a:latin typeface="Arial"/>
                <a:ea typeface="맑은 고딕"/>
                <a:cs typeface="Arial"/>
              </a:rPr>
              <a:t>일 </a:t>
            </a:r>
            <a:r>
              <a:rPr lang="ko-KR" altLang="en-US" sz="7500" b="1" spc="-100" err="1">
                <a:solidFill>
                  <a:srgbClr val="002060"/>
                </a:solidFill>
                <a:latin typeface="Arial"/>
                <a:ea typeface="맑은 고딕"/>
                <a:cs typeface="Arial"/>
              </a:rPr>
              <a:t>일</a:t>
            </a:r>
            <a:r>
              <a:rPr lang="ko-KR" altLang="en-US" sz="7500" b="1" spc="-100">
                <a:solidFill>
                  <a:srgbClr val="002060"/>
                </a:solidFill>
                <a:latin typeface="Arial"/>
                <a:ea typeface="맑은 고딕"/>
                <a:cs typeface="Arial"/>
              </a:rPr>
              <a:t> 안 전 회 의</a:t>
            </a:r>
            <a:endParaRPr lang="en-US" altLang="ko-KR" sz="7500" b="1" spc="-100">
              <a:solidFill>
                <a:srgbClr val="00206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FBBAC84-5F57-AA0A-FC0F-AF2B2A74F471}"/>
              </a:ext>
            </a:extLst>
          </p:cNvPr>
          <p:cNvSpPr txBox="1">
            <a:spLocks/>
          </p:cNvSpPr>
          <p:nvPr/>
        </p:nvSpPr>
        <p:spPr>
          <a:xfrm>
            <a:off x="704528" y="4836150"/>
            <a:ext cx="4031590" cy="6908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2500" b="1" dirty="0">
                <a:solidFill>
                  <a:schemeClr val="tx1"/>
                </a:solidFill>
                <a:latin typeface="맑은 고딕"/>
                <a:ea typeface="맑은 고딕"/>
              </a:rPr>
              <a:t>DATE_BOX</a:t>
            </a:r>
            <a:endParaRPr lang="ko-KR" altLang="en-US" sz="2500" b="1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B1CC339-A936-24A8-4934-2D00DE429BAD}"/>
              </a:ext>
            </a:extLst>
          </p:cNvPr>
          <p:cNvSpPr/>
          <p:nvPr/>
        </p:nvSpPr>
        <p:spPr>
          <a:xfrm>
            <a:off x="704528" y="5949280"/>
            <a:ext cx="5391457" cy="4906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ko-KR" altLang="en-US" sz="2500" b="1">
                <a:solidFill>
                  <a:schemeClr val="tx1"/>
                </a:solidFill>
                <a:latin typeface="맑은 고딕"/>
                <a:ea typeface="맑은 고딕"/>
              </a:rPr>
              <a:t>힐스테이트 오산 더클래스 현장</a:t>
            </a:r>
          </a:p>
        </p:txBody>
      </p:sp>
    </p:spTree>
    <p:extLst>
      <p:ext uri="{BB962C8B-B14F-4D97-AF65-F5344CB8AC3E}">
        <p14:creationId xmlns:p14="http://schemas.microsoft.com/office/powerpoint/2010/main" val="260642301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9688A12-9727-D8CC-4AFA-87B9AC7DF07C}"/>
              </a:ext>
            </a:extLst>
          </p:cNvPr>
          <p:cNvSpPr/>
          <p:nvPr/>
        </p:nvSpPr>
        <p:spPr>
          <a:xfrm>
            <a:off x="6557896" y="7156765"/>
            <a:ext cx="2858335" cy="570368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4E80EC5-2773-99D4-13F3-C547C117A778}"/>
              </a:ext>
            </a:extLst>
          </p:cNvPr>
          <p:cNvSpPr/>
          <p:nvPr/>
        </p:nvSpPr>
        <p:spPr>
          <a:xfrm>
            <a:off x="10069132" y="5226868"/>
            <a:ext cx="632693" cy="1631132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E033BC9-E647-B901-B287-F7FF7F2F92FD}"/>
              </a:ext>
            </a:extLst>
          </p:cNvPr>
          <p:cNvSpPr/>
          <p:nvPr/>
        </p:nvSpPr>
        <p:spPr>
          <a:xfrm>
            <a:off x="-1" y="0"/>
            <a:ext cx="9906001" cy="685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WEATHER_BOX_1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32619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41D697D-203C-D745-4639-15C826424FF1}"/>
              </a:ext>
            </a:extLst>
          </p:cNvPr>
          <p:cNvSpPr/>
          <p:nvPr/>
        </p:nvSpPr>
        <p:spPr>
          <a:xfrm>
            <a:off x="10070353" y="3764280"/>
            <a:ext cx="3181189" cy="1929178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E83721-9BE3-921B-A734-2C3CAAC07767}"/>
              </a:ext>
            </a:extLst>
          </p:cNvPr>
          <p:cNvSpPr/>
          <p:nvPr/>
        </p:nvSpPr>
        <p:spPr>
          <a:xfrm>
            <a:off x="-1" y="1608044"/>
            <a:ext cx="9906001" cy="36419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WEATHER_BOX_2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12182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A226F-E409-D4DD-EDB2-DCC9EB12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2">
            <a:extLst>
              <a:ext uri="{FF2B5EF4-FFF2-40B4-BE49-F238E27FC236}">
                <a16:creationId xmlns:a16="http://schemas.microsoft.com/office/drawing/2014/main" id="{F971851A-DD28-3D21-A747-B665D5D24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464" y="75502"/>
            <a:ext cx="9505056" cy="48647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ko-KR" altLang="en-US" sz="3600" dirty="0" err="1">
                <a:latin typeface="Arial"/>
                <a:ea typeface="맑은 고딕"/>
                <a:cs typeface="Arial"/>
              </a:rPr>
              <a:t>수평재</a:t>
            </a:r>
            <a:r>
              <a:rPr lang="ko-KR" altLang="en-US" sz="3600" dirty="0">
                <a:latin typeface="Arial"/>
                <a:ea typeface="맑은 고딕"/>
                <a:cs typeface="Arial"/>
              </a:rPr>
              <a:t> 복구</a:t>
            </a:r>
          </a:p>
        </p:txBody>
      </p:sp>
      <p:pic>
        <p:nvPicPr>
          <p:cNvPr id="2" name="그림 1" descr="건물, 복합 재료, 벽, 야외이(가) 표시된 사진&#10;&#10;자동 생성된 설명">
            <a:extLst>
              <a:ext uri="{FF2B5EF4-FFF2-40B4-BE49-F238E27FC236}">
                <a16:creationId xmlns:a16="http://schemas.microsoft.com/office/drawing/2014/main" id="{EDA8DFE7-68B4-032C-C89C-C6DC3C4BE5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40229"/>
            <a:ext cx="4953000" cy="6117771"/>
          </a:xfrm>
          <a:prstGeom prst="rect">
            <a:avLst/>
          </a:prstGeom>
        </p:spPr>
      </p:pic>
      <p:pic>
        <p:nvPicPr>
          <p:cNvPr id="3" name="그림 2" descr="야외, 지상, 울타리, 복합 재료이(가) 표시된 사진&#10;&#10;자동 생성된 설명">
            <a:extLst>
              <a:ext uri="{FF2B5EF4-FFF2-40B4-BE49-F238E27FC236}">
                <a16:creationId xmlns:a16="http://schemas.microsoft.com/office/drawing/2014/main" id="{ABA3D64B-1CEE-78EF-7D34-E24850D2C6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92914" y="740229"/>
            <a:ext cx="4913086" cy="6117771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4D5085A-69B4-9B13-C434-FC34A2C227DB}"/>
              </a:ext>
            </a:extLst>
          </p:cNvPr>
          <p:cNvCxnSpPr/>
          <p:nvPr/>
        </p:nvCxnSpPr>
        <p:spPr>
          <a:xfrm>
            <a:off x="1611086" y="3120571"/>
            <a:ext cx="2699657" cy="899886"/>
          </a:xfrm>
          <a:prstGeom prst="line">
            <a:avLst/>
          </a:prstGeom>
          <a:ln w="889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5A814E1-4FC1-69F9-A245-F0436E162A00}"/>
              </a:ext>
            </a:extLst>
          </p:cNvPr>
          <p:cNvCxnSpPr>
            <a:cxnSpLocks/>
          </p:cNvCxnSpPr>
          <p:nvPr/>
        </p:nvCxnSpPr>
        <p:spPr>
          <a:xfrm flipV="1">
            <a:off x="6741886" y="2714171"/>
            <a:ext cx="1952171" cy="1502229"/>
          </a:xfrm>
          <a:prstGeom prst="line">
            <a:avLst/>
          </a:prstGeom>
          <a:ln w="889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5915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A226F-E409-D4DD-EDB2-DCC9EB12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2">
            <a:extLst>
              <a:ext uri="{FF2B5EF4-FFF2-40B4-BE49-F238E27FC236}">
                <a16:creationId xmlns:a16="http://schemas.microsoft.com/office/drawing/2014/main" id="{F971851A-DD28-3D21-A747-B665D5D24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464" y="75502"/>
            <a:ext cx="9505056" cy="48647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ko-KR" altLang="en-US" sz="3600" dirty="0">
                <a:latin typeface="Arial"/>
                <a:ea typeface="맑은 고딕"/>
                <a:cs typeface="Arial"/>
              </a:rPr>
              <a:t>지정장소 흡연 관리</a:t>
            </a:r>
          </a:p>
        </p:txBody>
      </p:sp>
      <p:pic>
        <p:nvPicPr>
          <p:cNvPr id="4" name="그림 3" descr="지상, 쓰레기, 부서진, 야외이(가) 표시된 사진&#10;&#10;자동 생성된 설명">
            <a:extLst>
              <a:ext uri="{FF2B5EF4-FFF2-40B4-BE49-F238E27FC236}">
                <a16:creationId xmlns:a16="http://schemas.microsoft.com/office/drawing/2014/main" id="{742F1B51-BEDC-290C-BDF9-8CDACFBF9F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-696809" y="1284390"/>
            <a:ext cx="6270418" cy="4876801"/>
          </a:xfrm>
          <a:prstGeom prst="rect">
            <a:avLst/>
          </a:prstGeom>
        </p:spPr>
      </p:pic>
      <p:pic>
        <p:nvPicPr>
          <p:cNvPr id="7" name="그림 6" descr="지상, 야외, 거리이(가) 표시된 사진&#10;&#10;자동 생성된 설명">
            <a:extLst>
              <a:ext uri="{FF2B5EF4-FFF2-40B4-BE49-F238E27FC236}">
                <a16:creationId xmlns:a16="http://schemas.microsoft.com/office/drawing/2014/main" id="{6774F4C4-A055-E9C2-4A28-14690BD7E3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4294290" y="1246290"/>
            <a:ext cx="6270418" cy="495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18235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A226F-E409-D4DD-EDB2-DCC9EB12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지도, 텍스트, 항공 사진, 도시 디자인이(가) 표시된 사진&#10;&#10;자동 생성된 설명">
            <a:extLst>
              <a:ext uri="{FF2B5EF4-FFF2-40B4-BE49-F238E27FC236}">
                <a16:creationId xmlns:a16="http://schemas.microsoft.com/office/drawing/2014/main" id="{0399A22E-9334-E4D4-8EE0-A983927E9B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8942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62989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그림 79" descr="항공 사진, 지도, 조감도, 도시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109C71-E88B-21AD-3BF3-EA4F42969E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085" t="24922" r="17111" b="24074"/>
          <a:stretch>
            <a:fillRect/>
          </a:stretch>
        </p:blipFill>
        <p:spPr>
          <a:xfrm>
            <a:off x="0" y="849084"/>
            <a:ext cx="9904821" cy="600891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9C0D56F6-9500-9E2C-9D81-4CB96FE002B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70089" y="532307"/>
            <a:ext cx="461372" cy="325675"/>
          </a:xfrm>
          <a:prstGeom prst="rect">
            <a:avLst/>
          </a:prstGeom>
          <a:ln w="25400">
            <a:solidFill>
              <a:srgbClr val="FF0000"/>
            </a:solidFill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D9024D5-0B42-D3D8-250B-37FBAE0F1E4B}"/>
              </a:ext>
            </a:extLst>
          </p:cNvPr>
          <p:cNvSpPr txBox="1"/>
          <p:nvPr/>
        </p:nvSpPr>
        <p:spPr>
          <a:xfrm>
            <a:off x="10725569" y="902387"/>
            <a:ext cx="750410" cy="346377"/>
          </a:xfrm>
          <a:prstGeom prst="rect">
            <a:avLst/>
          </a:prstGeom>
          <a:solidFill>
            <a:srgbClr val="FFFF00">
              <a:alpha val="80000"/>
            </a:srgbClr>
          </a:solidFill>
          <a:ln w="127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8" b="1">
                <a:latin typeface="+mj-ea"/>
                <a:ea typeface="+mj-ea"/>
              </a:rPr>
              <a:t>스카이 </a:t>
            </a:r>
            <a:endParaRPr lang="en-US" altLang="ko-KR" sz="908" b="1">
              <a:latin typeface="+mj-ea"/>
              <a:ea typeface="+mj-ea"/>
            </a:endParaRPr>
          </a:p>
          <a:p>
            <a:pPr algn="ctr"/>
            <a:r>
              <a:rPr lang="en-US" altLang="ko-KR" sz="743">
                <a:latin typeface="+mj-ea"/>
                <a:ea typeface="+mj-ea"/>
              </a:rPr>
              <a:t>(</a:t>
            </a:r>
            <a:r>
              <a:rPr lang="ko-KR" altLang="en-US" sz="743" err="1">
                <a:latin typeface="+mj-ea"/>
                <a:ea typeface="+mj-ea"/>
              </a:rPr>
              <a:t>파인글라스</a:t>
            </a:r>
            <a:r>
              <a:rPr lang="en-US" altLang="ko-KR" sz="743">
                <a:latin typeface="+mj-ea"/>
                <a:ea typeface="+mj-ea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D53774-0680-F28A-B2B5-4C1C02B95710}"/>
              </a:ext>
            </a:extLst>
          </p:cNvPr>
          <p:cNvSpPr txBox="1"/>
          <p:nvPr/>
        </p:nvSpPr>
        <p:spPr>
          <a:xfrm>
            <a:off x="8857805" y="1903119"/>
            <a:ext cx="1048195" cy="39716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981" b="1"/>
              <a:t>GATE 1</a:t>
            </a:r>
            <a:endParaRPr lang="ko-KR" altLang="en-US" sz="1981" b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941AEF-0897-D242-8B4D-1FCE64B4D7AB}"/>
              </a:ext>
            </a:extLst>
          </p:cNvPr>
          <p:cNvSpPr txBox="1"/>
          <p:nvPr/>
        </p:nvSpPr>
        <p:spPr>
          <a:xfrm>
            <a:off x="3325692" y="6367533"/>
            <a:ext cx="1048195" cy="39716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981" b="1"/>
              <a:t>GATE 3</a:t>
            </a:r>
            <a:endParaRPr lang="ko-KR" altLang="en-US" sz="1981" b="1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2DBE8A4-82CE-C002-2989-53B651F46B6E}"/>
              </a:ext>
            </a:extLst>
          </p:cNvPr>
          <p:cNvSpPr/>
          <p:nvPr/>
        </p:nvSpPr>
        <p:spPr>
          <a:xfrm>
            <a:off x="0" y="0"/>
            <a:ext cx="9906000" cy="947114"/>
          </a:xfrm>
          <a:prstGeom prst="rect">
            <a:avLst/>
          </a:prstGeom>
          <a:solidFill>
            <a:srgbClr val="222A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889" tIns="35945" rIns="71889" bIns="35945" rtlCol="0" anchor="ctr"/>
          <a:lstStyle/>
          <a:p>
            <a:pPr algn="ctr"/>
            <a:r>
              <a:rPr lang="ko-KR" altLang="en-US" sz="3900" b="1" dirty="0">
                <a:solidFill>
                  <a:srgbClr val="FFFF00"/>
                </a:solidFill>
                <a:latin typeface="현대하모니 B"/>
                <a:ea typeface="현대하모니 B"/>
              </a:rPr>
              <a:t>명일 작업내용 발표</a:t>
            </a:r>
            <a:endParaRPr lang="en-US" altLang="ko-KR" sz="3900" b="1" dirty="0">
              <a:solidFill>
                <a:srgbClr val="FFFF00"/>
              </a:solidFill>
              <a:latin typeface="현대하모니 B"/>
              <a:ea typeface="현대하모니 B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992B98-E1D2-4F32-C785-3324CE475FA5}"/>
              </a:ext>
            </a:extLst>
          </p:cNvPr>
          <p:cNvSpPr txBox="1"/>
          <p:nvPr/>
        </p:nvSpPr>
        <p:spPr>
          <a:xfrm>
            <a:off x="8386054" y="6312157"/>
            <a:ext cx="1048195" cy="39716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981" b="1"/>
              <a:t>GATE 2</a:t>
            </a:r>
            <a:endParaRPr lang="ko-KR" altLang="en-US" sz="1981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7535C0-13CB-3146-4938-C6DD82D7ABC0}"/>
              </a:ext>
            </a:extLst>
          </p:cNvPr>
          <p:cNvSpPr txBox="1"/>
          <p:nvPr/>
        </p:nvSpPr>
        <p:spPr>
          <a:xfrm>
            <a:off x="0" y="2557168"/>
            <a:ext cx="1048195" cy="39716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981" b="1"/>
              <a:t>GATE 4</a:t>
            </a:r>
            <a:endParaRPr lang="ko-KR" altLang="en-US" sz="1981" b="1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4887092F-9FF9-2D4C-CE80-810E192B62A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39376" y="-663599"/>
            <a:ext cx="404594" cy="368724"/>
          </a:xfrm>
          <a:prstGeom prst="rect">
            <a:avLst/>
          </a:prstGeom>
          <a:ln w="25400">
            <a:solidFill>
              <a:srgbClr val="FF0000"/>
            </a:solidFill>
          </a:ln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BE0CBAAA-DEE8-A626-1FD9-B2F626B38C0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6997" y="-614071"/>
            <a:ext cx="461372" cy="325675"/>
          </a:xfrm>
          <a:prstGeom prst="rect">
            <a:avLst/>
          </a:prstGeom>
          <a:ln w="25400">
            <a:solidFill>
              <a:srgbClr val="FF0000"/>
            </a:solidFill>
          </a:ln>
        </p:spPr>
      </p:pic>
      <p:pic>
        <p:nvPicPr>
          <p:cNvPr id="40" name="그림 13">
            <a:extLst>
              <a:ext uri="{FF2B5EF4-FFF2-40B4-BE49-F238E27FC236}">
                <a16:creationId xmlns:a16="http://schemas.microsoft.com/office/drawing/2014/main" id="{AF33C175-8929-C411-A41F-56DE796BD43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50535" y="-732820"/>
            <a:ext cx="609978" cy="555899"/>
          </a:xfrm>
          <a:prstGeom prst="rect">
            <a:avLst/>
          </a:prstGeom>
          <a:ln w="25400">
            <a:solidFill>
              <a:srgbClr val="FF0000"/>
            </a:solidFill>
          </a:ln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6379FECA-CDD8-7F72-FD05-EDBDC929B5D7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8942" y="361473"/>
            <a:ext cx="505295" cy="356538"/>
          </a:xfrm>
          <a:prstGeom prst="rect">
            <a:avLst/>
          </a:prstGeom>
          <a:ln w="25400">
            <a:solidFill>
              <a:srgbClr val="FF0000"/>
            </a:solidFill>
          </a:ln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AF474F68-7453-2843-5A71-8082CF0806A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83673" y="1634296"/>
            <a:ext cx="538515" cy="490771"/>
          </a:xfrm>
          <a:prstGeom prst="rect">
            <a:avLst/>
          </a:prstGeom>
          <a:ln w="25400">
            <a:solidFill>
              <a:srgbClr val="FF0000"/>
            </a:solidFill>
          </a:ln>
        </p:spPr>
      </p:pic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8B4E25FE-3E67-0474-509B-ACED8285ADA0}"/>
              </a:ext>
            </a:extLst>
          </p:cNvPr>
          <p:cNvCxnSpPr>
            <a:cxnSpLocks/>
          </p:cNvCxnSpPr>
          <p:nvPr/>
        </p:nvCxnSpPr>
        <p:spPr>
          <a:xfrm flipH="1">
            <a:off x="8457506" y="2174508"/>
            <a:ext cx="321397" cy="658972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22372A38-A96D-3FC5-D5E6-627E89B7F9B8}"/>
              </a:ext>
            </a:extLst>
          </p:cNvPr>
          <p:cNvCxnSpPr>
            <a:cxnSpLocks/>
          </p:cNvCxnSpPr>
          <p:nvPr/>
        </p:nvCxnSpPr>
        <p:spPr>
          <a:xfrm>
            <a:off x="8348027" y="3323253"/>
            <a:ext cx="142830" cy="315686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EFD6E923-C0B1-81FE-9FFB-9B04A0CAF09F}"/>
              </a:ext>
            </a:extLst>
          </p:cNvPr>
          <p:cNvCxnSpPr>
            <a:cxnSpLocks/>
          </p:cNvCxnSpPr>
          <p:nvPr/>
        </p:nvCxnSpPr>
        <p:spPr>
          <a:xfrm flipH="1">
            <a:off x="8378890" y="3647329"/>
            <a:ext cx="298792" cy="1335218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그림 54">
            <a:extLst>
              <a:ext uri="{FF2B5EF4-FFF2-40B4-BE49-F238E27FC236}">
                <a16:creationId xmlns:a16="http://schemas.microsoft.com/office/drawing/2014/main" id="{5C3D2320-2A93-7EBE-D4B2-0EBCF441B15B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13581" y="1394146"/>
            <a:ext cx="479839" cy="450870"/>
          </a:xfrm>
          <a:prstGeom prst="rect">
            <a:avLst/>
          </a:prstGeom>
          <a:ln w="25400">
            <a:solidFill>
              <a:srgbClr val="FF0000"/>
            </a:solidFill>
          </a:ln>
        </p:spPr>
      </p:pic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021F367-925F-2BD0-982A-D6B33CE2B075}"/>
              </a:ext>
            </a:extLst>
          </p:cNvPr>
          <p:cNvCxnSpPr>
            <a:cxnSpLocks/>
          </p:cNvCxnSpPr>
          <p:nvPr/>
        </p:nvCxnSpPr>
        <p:spPr>
          <a:xfrm flipV="1">
            <a:off x="2027971" y="3788229"/>
            <a:ext cx="789874" cy="856214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C49126CC-81A3-E7E1-2F87-85E6A9DC364C}"/>
              </a:ext>
            </a:extLst>
          </p:cNvPr>
          <p:cNvCxnSpPr>
            <a:cxnSpLocks/>
          </p:cNvCxnSpPr>
          <p:nvPr/>
        </p:nvCxnSpPr>
        <p:spPr>
          <a:xfrm flipH="1">
            <a:off x="7109927" y="6600613"/>
            <a:ext cx="499308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382E57B9-23E7-F74B-B01C-389BF0310B11}"/>
              </a:ext>
            </a:extLst>
          </p:cNvPr>
          <p:cNvCxnSpPr>
            <a:cxnSpLocks/>
          </p:cNvCxnSpPr>
          <p:nvPr/>
        </p:nvCxnSpPr>
        <p:spPr>
          <a:xfrm flipH="1">
            <a:off x="5864410" y="6613053"/>
            <a:ext cx="1226855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93EF4623-DDDB-622C-8413-B0D0C55ABD88}"/>
              </a:ext>
            </a:extLst>
          </p:cNvPr>
          <p:cNvCxnSpPr>
            <a:cxnSpLocks/>
          </p:cNvCxnSpPr>
          <p:nvPr/>
        </p:nvCxnSpPr>
        <p:spPr>
          <a:xfrm flipV="1">
            <a:off x="7080499" y="6008914"/>
            <a:ext cx="0" cy="479730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63B5FBDA-1493-F090-76BF-C6468E831961}"/>
              </a:ext>
            </a:extLst>
          </p:cNvPr>
          <p:cNvCxnSpPr>
            <a:cxnSpLocks/>
          </p:cNvCxnSpPr>
          <p:nvPr/>
        </p:nvCxnSpPr>
        <p:spPr>
          <a:xfrm flipV="1">
            <a:off x="5848239" y="5952931"/>
            <a:ext cx="0" cy="669780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330D5FB5-5625-D9B6-E779-3F45EA4B4870}"/>
              </a:ext>
            </a:extLst>
          </p:cNvPr>
          <p:cNvCxnSpPr>
            <a:cxnSpLocks/>
          </p:cNvCxnSpPr>
          <p:nvPr/>
        </p:nvCxnSpPr>
        <p:spPr>
          <a:xfrm flipH="1">
            <a:off x="4506686" y="6597502"/>
            <a:ext cx="1289300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A3682802-63B2-B60C-4C98-6019E5F4C2F4}"/>
              </a:ext>
            </a:extLst>
          </p:cNvPr>
          <p:cNvCxnSpPr>
            <a:cxnSpLocks/>
          </p:cNvCxnSpPr>
          <p:nvPr/>
        </p:nvCxnSpPr>
        <p:spPr>
          <a:xfrm flipH="1">
            <a:off x="7681864" y="4766573"/>
            <a:ext cx="608504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5DBE20AD-288E-2AC8-8CF4-3E8F531AB0DA}"/>
              </a:ext>
            </a:extLst>
          </p:cNvPr>
          <p:cNvCxnSpPr>
            <a:cxnSpLocks/>
          </p:cNvCxnSpPr>
          <p:nvPr/>
        </p:nvCxnSpPr>
        <p:spPr>
          <a:xfrm flipH="1">
            <a:off x="8089641" y="5033068"/>
            <a:ext cx="284703" cy="938524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그림 45">
            <a:extLst>
              <a:ext uri="{FF2B5EF4-FFF2-40B4-BE49-F238E27FC236}">
                <a16:creationId xmlns:a16="http://schemas.microsoft.com/office/drawing/2014/main" id="{8E3663C0-0B93-2EDE-DD7E-C6FAE57B467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23331" y="1989391"/>
            <a:ext cx="505295" cy="356538"/>
          </a:xfrm>
          <a:prstGeom prst="rect">
            <a:avLst/>
          </a:prstGeom>
          <a:ln w="25400">
            <a:solidFill>
              <a:srgbClr val="FF0000"/>
            </a:solidFill>
          </a:ln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DA5022A2-D69E-0416-4D24-2050A521D5D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63546" y="1670089"/>
            <a:ext cx="505295" cy="356538"/>
          </a:xfrm>
          <a:prstGeom prst="rect">
            <a:avLst/>
          </a:prstGeom>
          <a:ln w="25400">
            <a:solidFill>
              <a:srgbClr val="FF0000"/>
            </a:solidFill>
          </a:ln>
        </p:spPr>
      </p:pic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D31B4F3F-44DC-34BF-D3DD-4DC3462DB7D9}"/>
              </a:ext>
            </a:extLst>
          </p:cNvPr>
          <p:cNvCxnSpPr>
            <a:cxnSpLocks/>
          </p:cNvCxnSpPr>
          <p:nvPr/>
        </p:nvCxnSpPr>
        <p:spPr>
          <a:xfrm flipH="1" flipV="1">
            <a:off x="2463282" y="3424335"/>
            <a:ext cx="304084" cy="326885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EAB10F53-8825-F35E-1A2A-98F0E98FDE4F}"/>
              </a:ext>
            </a:extLst>
          </p:cNvPr>
          <p:cNvCxnSpPr>
            <a:cxnSpLocks/>
          </p:cNvCxnSpPr>
          <p:nvPr/>
        </p:nvCxnSpPr>
        <p:spPr>
          <a:xfrm flipH="1">
            <a:off x="8294914" y="2861029"/>
            <a:ext cx="146300" cy="451338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그림 70">
            <a:extLst>
              <a:ext uri="{FF2B5EF4-FFF2-40B4-BE49-F238E27FC236}">
                <a16:creationId xmlns:a16="http://schemas.microsoft.com/office/drawing/2014/main" id="{99D81B24-7BC7-D8C4-64BD-4931AD7C73C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54343" y="718101"/>
            <a:ext cx="443603" cy="410904"/>
          </a:xfrm>
          <a:prstGeom prst="rect">
            <a:avLst/>
          </a:prstGeom>
          <a:ln w="25400">
            <a:solidFill>
              <a:srgbClr val="FF0000"/>
            </a:solidFill>
          </a:ln>
        </p:spPr>
      </p:pic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F8DDDF3B-36BD-7A1F-5D78-2D4A2AABC13F}"/>
              </a:ext>
            </a:extLst>
          </p:cNvPr>
          <p:cNvCxnSpPr>
            <a:cxnSpLocks/>
          </p:cNvCxnSpPr>
          <p:nvPr/>
        </p:nvCxnSpPr>
        <p:spPr>
          <a:xfrm>
            <a:off x="8537750" y="3578290"/>
            <a:ext cx="233026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8CF2A270-F114-D9F4-1B5B-1B4341CFA586}"/>
              </a:ext>
            </a:extLst>
          </p:cNvPr>
          <p:cNvCxnSpPr>
            <a:cxnSpLocks/>
          </p:cNvCxnSpPr>
          <p:nvPr/>
        </p:nvCxnSpPr>
        <p:spPr>
          <a:xfrm flipH="1">
            <a:off x="7600999" y="3276785"/>
            <a:ext cx="608504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05336049-416E-025B-3598-526F70EC2F54}"/>
              </a:ext>
            </a:extLst>
          </p:cNvPr>
          <p:cNvCxnSpPr>
            <a:cxnSpLocks/>
          </p:cNvCxnSpPr>
          <p:nvPr/>
        </p:nvCxnSpPr>
        <p:spPr>
          <a:xfrm flipH="1">
            <a:off x="7679094" y="5969240"/>
            <a:ext cx="381118" cy="655495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3684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724BE-AC1C-296B-04BF-210D1AAAF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FE5A46A-A842-A095-4A7A-119FC92A9589}"/>
              </a:ext>
            </a:extLst>
          </p:cNvPr>
          <p:cNvSpPr/>
          <p:nvPr/>
        </p:nvSpPr>
        <p:spPr>
          <a:xfrm>
            <a:off x="0" y="642938"/>
            <a:ext cx="9906000" cy="55721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BB8DC4-A9A0-8342-6B71-722C23EEE6B2}"/>
              </a:ext>
            </a:extLst>
          </p:cNvPr>
          <p:cNvSpPr txBox="1"/>
          <p:nvPr/>
        </p:nvSpPr>
        <p:spPr>
          <a:xfrm>
            <a:off x="0" y="2097271"/>
            <a:ext cx="9905999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ko-KR" sz="4800" b="1" dirty="0">
                <a:solidFill>
                  <a:srgbClr val="FFFF00"/>
                </a:solidFill>
                <a:ea typeface="맑은 고딕"/>
                <a:cs typeface="Calibri"/>
              </a:rPr>
              <a:t>&lt;</a:t>
            </a:r>
            <a:r>
              <a:rPr lang="ko-KR" altLang="en-US" sz="4800" b="1" dirty="0">
                <a:solidFill>
                  <a:srgbClr val="FFFF00"/>
                </a:solidFill>
                <a:ea typeface="맑은 고딕"/>
                <a:cs typeface="Calibri"/>
              </a:rPr>
              <a:t>기술안전점검</a:t>
            </a:r>
            <a:r>
              <a:rPr lang="en-US" altLang="ko-KR" sz="4800" b="1" dirty="0">
                <a:solidFill>
                  <a:srgbClr val="FFFF00"/>
                </a:solidFill>
                <a:ea typeface="맑은 고딕"/>
                <a:cs typeface="Calibri"/>
              </a:rPr>
              <a:t>&gt;</a:t>
            </a:r>
          </a:p>
          <a:p>
            <a:pPr algn="ctr"/>
            <a:r>
              <a:rPr lang="en-US" altLang="ko-KR" sz="4800" b="1" dirty="0">
                <a:solidFill>
                  <a:srgbClr val="FFFF00"/>
                </a:solidFill>
                <a:ea typeface="맑은 고딕"/>
                <a:cs typeface="Calibri"/>
              </a:rPr>
              <a:t>- </a:t>
            </a:r>
            <a:r>
              <a:rPr lang="ko-KR" altLang="en-US" sz="4800" b="1" dirty="0">
                <a:solidFill>
                  <a:srgbClr val="FFFF00"/>
                </a:solidFill>
                <a:ea typeface="맑은 고딕"/>
                <a:cs typeface="Calibri"/>
              </a:rPr>
              <a:t>일시 </a:t>
            </a:r>
            <a:r>
              <a:rPr lang="en-US" altLang="ko-KR" sz="4800" b="1" dirty="0">
                <a:solidFill>
                  <a:srgbClr val="FFFF00"/>
                </a:solidFill>
                <a:ea typeface="맑은 고딕"/>
                <a:cs typeface="Calibri"/>
              </a:rPr>
              <a:t>: 26.05.19 ~ 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F5DF98-FF4C-777F-0AA4-B1DBBDB3AE02}"/>
              </a:ext>
            </a:extLst>
          </p:cNvPr>
          <p:cNvSpPr txBox="1"/>
          <p:nvPr/>
        </p:nvSpPr>
        <p:spPr>
          <a:xfrm>
            <a:off x="0" y="663140"/>
            <a:ext cx="9906000" cy="1192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15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본사 안전점검</a:t>
            </a:r>
          </a:p>
        </p:txBody>
      </p:sp>
    </p:spTree>
    <p:extLst>
      <p:ext uri="{BB962C8B-B14F-4D97-AF65-F5344CB8AC3E}">
        <p14:creationId xmlns:p14="http://schemas.microsoft.com/office/powerpoint/2010/main" val="328664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a11ee6e5-21a0-48c4-8af4-6cc1347f763e}" enabled="1" method="Privileged" siteId="{a27ddcc1-bea5-4183-aa29-fd96d7612a1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</TotalTime>
  <Words>55</Words>
  <Application>Microsoft Office PowerPoint</Application>
  <PresentationFormat>A4 용지(210x297mm)</PresentationFormat>
  <Paragraphs>18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맑은 고딕</vt:lpstr>
      <vt:lpstr>현대하모니 B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수평재 복구</vt:lpstr>
      <vt:lpstr>지정장소 흡연 관리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정도현(JUNG DO HYUN) 매니저</dc:creator>
  <cp:lastModifiedBy>정도현(JUNG DO HYUN) 매니저</cp:lastModifiedBy>
  <cp:revision>8</cp:revision>
  <dcterms:created xsi:type="dcterms:W3CDTF">2026-05-20T00:05:38Z</dcterms:created>
  <dcterms:modified xsi:type="dcterms:W3CDTF">2026-05-20T01:29:41Z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Text">
    <vt:lpwstr>대외비(Restricted)</vt:lpwstr>
  </property>
</Properties>
</file>