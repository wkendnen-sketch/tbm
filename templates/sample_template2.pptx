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9"/>
  </p:notesMasterIdLst>
  <p:sldIdLst>
    <p:sldId id="2147481510" r:id="rId2"/>
    <p:sldId id="2147481426" r:id="rId3"/>
    <p:sldId id="2147481534" r:id="rId4"/>
    <p:sldId id="2147481532" r:id="rId5"/>
    <p:sldId id="2147481527" r:id="rId6"/>
    <p:sldId id="2147481530" r:id="rId7"/>
    <p:sldId id="2147481470" r:id="rId8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76" autoAdjust="0"/>
    <p:restoredTop sz="94660"/>
  </p:normalViewPr>
  <p:slideViewPr>
    <p:cSldViewPr snapToGrid="0">
      <p:cViewPr varScale="1">
        <p:scale>
          <a:sx n="53" d="100"/>
          <a:sy n="53" d="100"/>
        </p:scale>
        <p:origin x="782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88139C-5FA4-4293-8521-06E51CE9273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3F0033-93FD-45ED-98A6-363D0D0125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976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762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251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207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498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7781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63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71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91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616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897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048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7513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.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700190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5"/>
            <a:ext cx="9906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텍스트 개체 틀 8"/>
          <p:cNvSpPr>
            <a:spLocks noGrp="1"/>
          </p:cNvSpPr>
          <p:nvPr>
            <p:ph type="body" sz="quarter" idx="10"/>
          </p:nvPr>
        </p:nvSpPr>
        <p:spPr>
          <a:xfrm>
            <a:off x="272480" y="764704"/>
            <a:ext cx="9361040" cy="5688484"/>
          </a:xfrm>
          <a:prstGeom prst="rect">
            <a:avLst/>
          </a:prstGeom>
        </p:spPr>
        <p:txBody>
          <a:bodyPr tIns="0"/>
          <a:lstStyle>
            <a:lvl1pPr marL="252000" indent="-252000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  <a:lvl2pPr marL="540000" indent="-252000">
              <a:lnSpc>
                <a:spcPts val="2160"/>
              </a:lnSpc>
              <a:buFont typeface="+mj-lt"/>
              <a:buAutoNum type="arabicParenR"/>
              <a:defRPr sz="1400" spc="-30" baseline="0"/>
            </a:lvl2pPr>
            <a:lvl3pPr marL="684000" indent="-144000">
              <a:lnSpc>
                <a:spcPts val="2100"/>
              </a:lnSpc>
              <a:buFont typeface="맑은 고딕" panose="020B0503020000020004" pitchFamily="50" charset="-127"/>
              <a:buChar char="–"/>
              <a:defRPr sz="1300" spc="-30" baseline="0"/>
            </a:lvl3pPr>
            <a:lvl4pPr marL="1080000">
              <a:defRPr sz="1400"/>
            </a:lvl4pPr>
            <a:lvl5pPr marL="1260000">
              <a:defRPr sz="14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  <a:endParaRPr lang="en-US" altLang="ko-KR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28464" y="75502"/>
            <a:ext cx="9505056" cy="486474"/>
          </a:xfrm>
          <a:prstGeom prst="rect">
            <a:avLst/>
          </a:prstGeom>
        </p:spPr>
        <p:txBody>
          <a:bodyPr/>
          <a:lstStyle>
            <a:lvl1pPr marL="252000" indent="-252000" algn="l" rtl="0" eaLnBrk="1" fontAlgn="base" latinLnBrk="1" hangingPunct="1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  <a:defRPr kumimoji="0" lang="ko-KR" altLang="en-US" sz="2400" b="1" kern="1200" dirty="0">
                <a:solidFill>
                  <a:schemeClr val="tx1"/>
                </a:solidFill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1251794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7564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376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25D7C-135E-23EF-303F-D11609B2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89EC10-9F11-66A0-93ED-BB1D824275C3}"/>
              </a:ext>
            </a:extLst>
          </p:cNvPr>
          <p:cNvSpPr txBox="1"/>
          <p:nvPr/>
        </p:nvSpPr>
        <p:spPr bwMode="auto">
          <a:xfrm>
            <a:off x="416496" y="1268760"/>
            <a:ext cx="9073008" cy="20408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200000"/>
              </a:lnSpc>
              <a:defRPr/>
            </a:pPr>
            <a:r>
              <a:rPr lang="ko-KR" altLang="en-US" sz="7500" b="1" spc="-100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일 </a:t>
            </a:r>
            <a:r>
              <a:rPr lang="ko-KR" altLang="en-US" sz="7500" b="1" spc="-100" err="1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일</a:t>
            </a:r>
            <a:r>
              <a:rPr lang="ko-KR" altLang="en-US" sz="7500" b="1" spc="-100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 안 전 회 의</a:t>
            </a:r>
            <a:endParaRPr lang="en-US" altLang="ko-KR" sz="7500" b="1" spc="-100">
              <a:solidFill>
                <a:srgbClr val="00206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BBAC84-5F57-AA0A-FC0F-AF2B2A74F471}"/>
              </a:ext>
            </a:extLst>
          </p:cNvPr>
          <p:cNvSpPr txBox="1">
            <a:spLocks/>
          </p:cNvSpPr>
          <p:nvPr/>
        </p:nvSpPr>
        <p:spPr>
          <a:xfrm>
            <a:off x="704527" y="4476110"/>
            <a:ext cx="6291359" cy="11131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2500" b="1" dirty="0">
                <a:solidFill>
                  <a:schemeClr val="tx1"/>
                </a:solidFill>
                <a:latin typeface="맑은 고딕"/>
                <a:ea typeface="맑은 고딕"/>
              </a:rPr>
              <a:t>DATE_BOX</a:t>
            </a:r>
            <a:endParaRPr lang="ko-KR" altLang="en-US" sz="25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B1CC339-A936-24A8-4934-2D00DE429BAD}"/>
              </a:ext>
            </a:extLst>
          </p:cNvPr>
          <p:cNvSpPr/>
          <p:nvPr/>
        </p:nvSpPr>
        <p:spPr>
          <a:xfrm>
            <a:off x="704528" y="5949280"/>
            <a:ext cx="5391457" cy="4906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sz="2500" b="1">
                <a:solidFill>
                  <a:schemeClr val="tx1"/>
                </a:solidFill>
                <a:latin typeface="맑은 고딕"/>
                <a:ea typeface="맑은 고딕"/>
              </a:rPr>
              <a:t>힐스테이트 오산 더클래스 현장</a:t>
            </a:r>
          </a:p>
        </p:txBody>
      </p:sp>
    </p:spTree>
    <p:extLst>
      <p:ext uri="{BB962C8B-B14F-4D97-AF65-F5344CB8AC3E}">
        <p14:creationId xmlns:p14="http://schemas.microsoft.com/office/powerpoint/2010/main" val="2606423017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688A12-9727-D8CC-4AFA-87B9AC7DF07C}"/>
              </a:ext>
            </a:extLst>
          </p:cNvPr>
          <p:cNvSpPr/>
          <p:nvPr/>
        </p:nvSpPr>
        <p:spPr>
          <a:xfrm>
            <a:off x="6557896" y="7156765"/>
            <a:ext cx="2858335" cy="570368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4E80EC5-2773-99D4-13F3-C547C117A778}"/>
              </a:ext>
            </a:extLst>
          </p:cNvPr>
          <p:cNvSpPr/>
          <p:nvPr/>
        </p:nvSpPr>
        <p:spPr>
          <a:xfrm>
            <a:off x="10069132" y="5226868"/>
            <a:ext cx="632693" cy="1631132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E033BC9-E647-B901-B287-F7FF7F2F92FD}"/>
              </a:ext>
            </a:extLst>
          </p:cNvPr>
          <p:cNvSpPr/>
          <p:nvPr/>
        </p:nvSpPr>
        <p:spPr>
          <a:xfrm>
            <a:off x="-1" y="0"/>
            <a:ext cx="9906001" cy="6858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WEATHER_BOX_1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6326199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41D697D-203C-D745-4639-15C826424FF1}"/>
              </a:ext>
            </a:extLst>
          </p:cNvPr>
          <p:cNvSpPr/>
          <p:nvPr/>
        </p:nvSpPr>
        <p:spPr>
          <a:xfrm>
            <a:off x="10070353" y="3764280"/>
            <a:ext cx="3181189" cy="1929178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EE83721-9BE3-921B-A734-2C3CAAC07767}"/>
              </a:ext>
            </a:extLst>
          </p:cNvPr>
          <p:cNvSpPr/>
          <p:nvPr/>
        </p:nvSpPr>
        <p:spPr>
          <a:xfrm>
            <a:off x="-1" y="1608044"/>
            <a:ext cx="9906001" cy="36419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WEATHER_BOX_2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1218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226F-E409-D4DD-EDB2-DCC9EB12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2">
            <a:extLst>
              <a:ext uri="{FF2B5EF4-FFF2-40B4-BE49-F238E27FC236}">
                <a16:creationId xmlns:a16="http://schemas.microsoft.com/office/drawing/2014/main" id="{F971851A-DD28-3D21-A747-B665D5D24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64" y="75502"/>
            <a:ext cx="9505056" cy="48647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altLang="ko-KR" sz="3600">
                <a:latin typeface="Arial"/>
                <a:ea typeface="맑은 고딕"/>
                <a:cs typeface="Arial"/>
              </a:rPr>
              <a:t>TEXT_BOX_1</a:t>
            </a:r>
            <a:endParaRPr lang="ko-KR" altLang="en-US" sz="3600" dirty="0">
              <a:latin typeface="Arial"/>
              <a:ea typeface="맑은 고딕"/>
              <a:cs typeface="Arial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CCEC182-DFB2-177A-B36C-11D86A424F68}"/>
              </a:ext>
            </a:extLst>
          </p:cNvPr>
          <p:cNvSpPr/>
          <p:nvPr/>
        </p:nvSpPr>
        <p:spPr>
          <a:xfrm>
            <a:off x="0" y="638354"/>
            <a:ext cx="9906001" cy="62196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PHOTO_BOX_1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559158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226F-E409-D4DD-EDB2-DCC9EB12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39E226A-37E6-2115-368A-7F7BEAB50C74}"/>
              </a:ext>
            </a:extLst>
          </p:cNvPr>
          <p:cNvSpPr/>
          <p:nvPr/>
        </p:nvSpPr>
        <p:spPr>
          <a:xfrm>
            <a:off x="0" y="0"/>
            <a:ext cx="9906001" cy="6858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TIME_BOX_1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62989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그림 79" descr="항공 사진, 지도, 조감도, 도시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109C71-E88B-21AD-3BF3-EA4F42969E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085" t="24922" r="17111" b="24074"/>
          <a:stretch>
            <a:fillRect/>
          </a:stretch>
        </p:blipFill>
        <p:spPr>
          <a:xfrm>
            <a:off x="0" y="849084"/>
            <a:ext cx="9904821" cy="600891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C0D56F6-9500-9E2C-9D81-4CB96FE002B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0089" y="532307"/>
            <a:ext cx="461372" cy="325675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D9024D5-0B42-D3D8-250B-37FBAE0F1E4B}"/>
              </a:ext>
            </a:extLst>
          </p:cNvPr>
          <p:cNvSpPr txBox="1"/>
          <p:nvPr/>
        </p:nvSpPr>
        <p:spPr>
          <a:xfrm>
            <a:off x="10725569" y="902387"/>
            <a:ext cx="750410" cy="346377"/>
          </a:xfrm>
          <a:prstGeom prst="rect">
            <a:avLst/>
          </a:prstGeom>
          <a:solidFill>
            <a:srgbClr val="FFFF00">
              <a:alpha val="80000"/>
            </a:srgbClr>
          </a:solidFill>
          <a:ln w="1270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8" b="1">
                <a:latin typeface="+mj-ea"/>
                <a:ea typeface="+mj-ea"/>
              </a:rPr>
              <a:t>스카이 </a:t>
            </a:r>
            <a:endParaRPr lang="en-US" altLang="ko-KR" sz="908" b="1">
              <a:latin typeface="+mj-ea"/>
              <a:ea typeface="+mj-ea"/>
            </a:endParaRPr>
          </a:p>
          <a:p>
            <a:pPr algn="ctr"/>
            <a:r>
              <a:rPr lang="en-US" altLang="ko-KR" sz="743">
                <a:latin typeface="+mj-ea"/>
                <a:ea typeface="+mj-ea"/>
              </a:rPr>
              <a:t>(</a:t>
            </a:r>
            <a:r>
              <a:rPr lang="ko-KR" altLang="en-US" sz="743" err="1">
                <a:latin typeface="+mj-ea"/>
                <a:ea typeface="+mj-ea"/>
              </a:rPr>
              <a:t>파인글라스</a:t>
            </a:r>
            <a:r>
              <a:rPr lang="en-US" altLang="ko-KR" sz="743">
                <a:latin typeface="+mj-ea"/>
                <a:ea typeface="+mj-ea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D53774-0680-F28A-B2B5-4C1C02B95710}"/>
              </a:ext>
            </a:extLst>
          </p:cNvPr>
          <p:cNvSpPr txBox="1"/>
          <p:nvPr/>
        </p:nvSpPr>
        <p:spPr>
          <a:xfrm>
            <a:off x="8857805" y="1903119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1</a:t>
            </a:r>
            <a:endParaRPr lang="ko-KR" altLang="en-US" sz="1981" b="1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941AEF-0897-D242-8B4D-1FCE64B4D7AB}"/>
              </a:ext>
            </a:extLst>
          </p:cNvPr>
          <p:cNvSpPr txBox="1"/>
          <p:nvPr/>
        </p:nvSpPr>
        <p:spPr>
          <a:xfrm>
            <a:off x="3325692" y="6367533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3</a:t>
            </a:r>
            <a:endParaRPr lang="ko-KR" altLang="en-US" sz="1981" b="1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2DBE8A4-82CE-C002-2989-53B651F46B6E}"/>
              </a:ext>
            </a:extLst>
          </p:cNvPr>
          <p:cNvSpPr/>
          <p:nvPr/>
        </p:nvSpPr>
        <p:spPr>
          <a:xfrm>
            <a:off x="0" y="0"/>
            <a:ext cx="9906000" cy="947114"/>
          </a:xfrm>
          <a:prstGeom prst="rect">
            <a:avLst/>
          </a:prstGeom>
          <a:solidFill>
            <a:srgbClr val="222A3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889" tIns="35945" rIns="71889" bIns="35945" rtlCol="0" anchor="ctr"/>
          <a:lstStyle/>
          <a:p>
            <a:pPr algn="ctr"/>
            <a:r>
              <a:rPr lang="ko-KR" altLang="en-US" sz="3900" b="1" dirty="0">
                <a:solidFill>
                  <a:srgbClr val="FFFF00"/>
                </a:solidFill>
                <a:latin typeface="현대하모니 B"/>
                <a:ea typeface="현대하모니 B"/>
              </a:rPr>
              <a:t>명일 작업내용 발표</a:t>
            </a:r>
            <a:endParaRPr lang="en-US" altLang="ko-KR" sz="3900" b="1" dirty="0">
              <a:solidFill>
                <a:srgbClr val="FFFF00"/>
              </a:solidFill>
              <a:latin typeface="현대하모니 B"/>
              <a:ea typeface="현대하모니 B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992B98-E1D2-4F32-C785-3324CE475FA5}"/>
              </a:ext>
            </a:extLst>
          </p:cNvPr>
          <p:cNvSpPr txBox="1"/>
          <p:nvPr/>
        </p:nvSpPr>
        <p:spPr>
          <a:xfrm>
            <a:off x="8386054" y="6312157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2</a:t>
            </a:r>
            <a:endParaRPr lang="ko-KR" altLang="en-US" sz="1981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535C0-13CB-3146-4938-C6DD82D7ABC0}"/>
              </a:ext>
            </a:extLst>
          </p:cNvPr>
          <p:cNvSpPr txBox="1"/>
          <p:nvPr/>
        </p:nvSpPr>
        <p:spPr>
          <a:xfrm>
            <a:off x="0" y="2557168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4</a:t>
            </a:r>
            <a:endParaRPr lang="ko-KR" altLang="en-US" sz="1981" b="1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4887092F-9FF9-2D4C-CE80-810E192B62A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39376" y="-663599"/>
            <a:ext cx="404594" cy="368724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BE0CBAAA-DEE8-A626-1FD9-B2F626B38C0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6997" y="-614071"/>
            <a:ext cx="461372" cy="325675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40" name="그림 13">
            <a:extLst>
              <a:ext uri="{FF2B5EF4-FFF2-40B4-BE49-F238E27FC236}">
                <a16:creationId xmlns:a16="http://schemas.microsoft.com/office/drawing/2014/main" id="{AF33C175-8929-C411-A41F-56DE796BD43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50535" y="-732820"/>
            <a:ext cx="609978" cy="555899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6379FECA-CDD8-7F72-FD05-EDBDC929B5D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08942" y="361473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AF474F68-7453-2843-5A71-8082CF0806A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3673" y="1634296"/>
            <a:ext cx="538515" cy="490771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B4E25FE-3E67-0474-509B-ACED8285ADA0}"/>
              </a:ext>
            </a:extLst>
          </p:cNvPr>
          <p:cNvCxnSpPr>
            <a:cxnSpLocks/>
          </p:cNvCxnSpPr>
          <p:nvPr/>
        </p:nvCxnSpPr>
        <p:spPr>
          <a:xfrm flipH="1">
            <a:off x="8457506" y="2174508"/>
            <a:ext cx="321397" cy="658972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2372A38-A96D-3FC5-D5E6-627E89B7F9B8}"/>
              </a:ext>
            </a:extLst>
          </p:cNvPr>
          <p:cNvCxnSpPr>
            <a:cxnSpLocks/>
          </p:cNvCxnSpPr>
          <p:nvPr/>
        </p:nvCxnSpPr>
        <p:spPr>
          <a:xfrm>
            <a:off x="8348027" y="3323253"/>
            <a:ext cx="142830" cy="315686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EFD6E923-C0B1-81FE-9FFB-9B04A0CAF09F}"/>
              </a:ext>
            </a:extLst>
          </p:cNvPr>
          <p:cNvCxnSpPr>
            <a:cxnSpLocks/>
          </p:cNvCxnSpPr>
          <p:nvPr/>
        </p:nvCxnSpPr>
        <p:spPr>
          <a:xfrm flipH="1">
            <a:off x="8378890" y="3647329"/>
            <a:ext cx="298792" cy="1335218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그림 54">
            <a:extLst>
              <a:ext uri="{FF2B5EF4-FFF2-40B4-BE49-F238E27FC236}">
                <a16:creationId xmlns:a16="http://schemas.microsoft.com/office/drawing/2014/main" id="{5C3D2320-2A93-7EBE-D4B2-0EBCF441B15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13581" y="1394146"/>
            <a:ext cx="479839" cy="450870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21F367-925F-2BD0-982A-D6B33CE2B075}"/>
              </a:ext>
            </a:extLst>
          </p:cNvPr>
          <p:cNvCxnSpPr>
            <a:cxnSpLocks/>
          </p:cNvCxnSpPr>
          <p:nvPr/>
        </p:nvCxnSpPr>
        <p:spPr>
          <a:xfrm flipV="1">
            <a:off x="2027971" y="3788229"/>
            <a:ext cx="789874" cy="85621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49126CC-81A3-E7E1-2F87-85E6A9DC364C}"/>
              </a:ext>
            </a:extLst>
          </p:cNvPr>
          <p:cNvCxnSpPr>
            <a:cxnSpLocks/>
          </p:cNvCxnSpPr>
          <p:nvPr/>
        </p:nvCxnSpPr>
        <p:spPr>
          <a:xfrm flipH="1">
            <a:off x="7109927" y="6600613"/>
            <a:ext cx="499308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382E57B9-23E7-F74B-B01C-389BF0310B11}"/>
              </a:ext>
            </a:extLst>
          </p:cNvPr>
          <p:cNvCxnSpPr>
            <a:cxnSpLocks/>
          </p:cNvCxnSpPr>
          <p:nvPr/>
        </p:nvCxnSpPr>
        <p:spPr>
          <a:xfrm flipH="1">
            <a:off x="5864410" y="6613053"/>
            <a:ext cx="1226855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93EF4623-DDDB-622C-8413-B0D0C55ABD88}"/>
              </a:ext>
            </a:extLst>
          </p:cNvPr>
          <p:cNvCxnSpPr>
            <a:cxnSpLocks/>
          </p:cNvCxnSpPr>
          <p:nvPr/>
        </p:nvCxnSpPr>
        <p:spPr>
          <a:xfrm flipV="1">
            <a:off x="7080499" y="6008914"/>
            <a:ext cx="0" cy="47973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63B5FBDA-1493-F090-76BF-C6468E831961}"/>
              </a:ext>
            </a:extLst>
          </p:cNvPr>
          <p:cNvCxnSpPr>
            <a:cxnSpLocks/>
          </p:cNvCxnSpPr>
          <p:nvPr/>
        </p:nvCxnSpPr>
        <p:spPr>
          <a:xfrm flipV="1">
            <a:off x="5848239" y="5952931"/>
            <a:ext cx="0" cy="66978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30D5FB5-5625-D9B6-E779-3F45EA4B4870}"/>
              </a:ext>
            </a:extLst>
          </p:cNvPr>
          <p:cNvCxnSpPr>
            <a:cxnSpLocks/>
          </p:cNvCxnSpPr>
          <p:nvPr/>
        </p:nvCxnSpPr>
        <p:spPr>
          <a:xfrm flipH="1">
            <a:off x="4506686" y="6597502"/>
            <a:ext cx="1289300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A3682802-63B2-B60C-4C98-6019E5F4C2F4}"/>
              </a:ext>
            </a:extLst>
          </p:cNvPr>
          <p:cNvCxnSpPr>
            <a:cxnSpLocks/>
          </p:cNvCxnSpPr>
          <p:nvPr/>
        </p:nvCxnSpPr>
        <p:spPr>
          <a:xfrm flipH="1">
            <a:off x="7681864" y="4766573"/>
            <a:ext cx="608504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5DBE20AD-288E-2AC8-8CF4-3E8F531AB0DA}"/>
              </a:ext>
            </a:extLst>
          </p:cNvPr>
          <p:cNvCxnSpPr>
            <a:cxnSpLocks/>
          </p:cNvCxnSpPr>
          <p:nvPr/>
        </p:nvCxnSpPr>
        <p:spPr>
          <a:xfrm flipH="1">
            <a:off x="8089641" y="5033068"/>
            <a:ext cx="284703" cy="93852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그림 45">
            <a:extLst>
              <a:ext uri="{FF2B5EF4-FFF2-40B4-BE49-F238E27FC236}">
                <a16:creationId xmlns:a16="http://schemas.microsoft.com/office/drawing/2014/main" id="{8E3663C0-0B93-2EDE-DD7E-C6FAE57B467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23331" y="1989391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DA5022A2-D69E-0416-4D24-2050A521D5D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63546" y="1670089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31B4F3F-44DC-34BF-D3DD-4DC3462DB7D9}"/>
              </a:ext>
            </a:extLst>
          </p:cNvPr>
          <p:cNvCxnSpPr>
            <a:cxnSpLocks/>
          </p:cNvCxnSpPr>
          <p:nvPr/>
        </p:nvCxnSpPr>
        <p:spPr>
          <a:xfrm flipH="1" flipV="1">
            <a:off x="2463282" y="3424335"/>
            <a:ext cx="304084" cy="326885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AB10F53-8825-F35E-1A2A-98F0E98FDE4F}"/>
              </a:ext>
            </a:extLst>
          </p:cNvPr>
          <p:cNvCxnSpPr>
            <a:cxnSpLocks/>
          </p:cNvCxnSpPr>
          <p:nvPr/>
        </p:nvCxnSpPr>
        <p:spPr>
          <a:xfrm flipH="1">
            <a:off x="8294914" y="2861029"/>
            <a:ext cx="146300" cy="451338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그림 70">
            <a:extLst>
              <a:ext uri="{FF2B5EF4-FFF2-40B4-BE49-F238E27FC236}">
                <a16:creationId xmlns:a16="http://schemas.microsoft.com/office/drawing/2014/main" id="{99D81B24-7BC7-D8C4-64BD-4931AD7C73C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54343" y="718101"/>
            <a:ext cx="443603" cy="410904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8DDDF3B-36BD-7A1F-5D78-2D4A2AABC13F}"/>
              </a:ext>
            </a:extLst>
          </p:cNvPr>
          <p:cNvCxnSpPr>
            <a:cxnSpLocks/>
          </p:cNvCxnSpPr>
          <p:nvPr/>
        </p:nvCxnSpPr>
        <p:spPr>
          <a:xfrm>
            <a:off x="8537750" y="3578290"/>
            <a:ext cx="233026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8CF2A270-F114-D9F4-1B5B-1B4341CFA586}"/>
              </a:ext>
            </a:extLst>
          </p:cNvPr>
          <p:cNvCxnSpPr>
            <a:cxnSpLocks/>
          </p:cNvCxnSpPr>
          <p:nvPr/>
        </p:nvCxnSpPr>
        <p:spPr>
          <a:xfrm flipH="1">
            <a:off x="7600999" y="3276785"/>
            <a:ext cx="608504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5336049-416E-025B-3598-526F70EC2F54}"/>
              </a:ext>
            </a:extLst>
          </p:cNvPr>
          <p:cNvCxnSpPr>
            <a:cxnSpLocks/>
          </p:cNvCxnSpPr>
          <p:nvPr/>
        </p:nvCxnSpPr>
        <p:spPr>
          <a:xfrm flipH="1">
            <a:off x="7679094" y="5969240"/>
            <a:ext cx="381118" cy="655495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4F2E88B3-7023-D3EA-03AB-8BD8BFE97A81}"/>
              </a:ext>
            </a:extLst>
          </p:cNvPr>
          <p:cNvSpPr/>
          <p:nvPr/>
        </p:nvSpPr>
        <p:spPr>
          <a:xfrm>
            <a:off x="8089641" y="269590"/>
            <a:ext cx="1719943" cy="407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HOLD POINT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3684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24BE-AC1C-296B-04BF-210D1AAAF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FE5A46A-A842-A095-4A7A-119FC92A9589}"/>
              </a:ext>
            </a:extLst>
          </p:cNvPr>
          <p:cNvSpPr/>
          <p:nvPr/>
        </p:nvSpPr>
        <p:spPr>
          <a:xfrm>
            <a:off x="0" y="642938"/>
            <a:ext cx="9906000" cy="55721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B8DC4-A9A0-8342-6B71-722C23EEE6B2}"/>
              </a:ext>
            </a:extLst>
          </p:cNvPr>
          <p:cNvSpPr txBox="1"/>
          <p:nvPr/>
        </p:nvSpPr>
        <p:spPr>
          <a:xfrm>
            <a:off x="0" y="2097271"/>
            <a:ext cx="9905999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&lt;</a:t>
            </a:r>
            <a:r>
              <a:rPr lang="ko-KR" altLang="en-US" sz="4800" b="1" dirty="0">
                <a:solidFill>
                  <a:srgbClr val="FFFF00"/>
                </a:solidFill>
                <a:ea typeface="맑은 고딕"/>
                <a:cs typeface="Calibri"/>
              </a:rPr>
              <a:t>기술안전점검</a:t>
            </a:r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&gt;</a:t>
            </a:r>
          </a:p>
          <a:p>
            <a:pPr algn="ctr"/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- </a:t>
            </a:r>
            <a:r>
              <a:rPr lang="ko-KR" altLang="en-US" sz="4800" b="1" dirty="0">
                <a:solidFill>
                  <a:srgbClr val="FFFF00"/>
                </a:solidFill>
                <a:ea typeface="맑은 고딕"/>
                <a:cs typeface="Calibri"/>
              </a:rPr>
              <a:t>일시 </a:t>
            </a:r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: 26.05.19 ~ 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F5DF98-FF4C-777F-0AA4-B1DBBDB3AE02}"/>
              </a:ext>
            </a:extLst>
          </p:cNvPr>
          <p:cNvSpPr txBox="1"/>
          <p:nvPr/>
        </p:nvSpPr>
        <p:spPr>
          <a:xfrm>
            <a:off x="0" y="663140"/>
            <a:ext cx="9906000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15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본사 안전점검</a:t>
            </a:r>
          </a:p>
        </p:txBody>
      </p:sp>
    </p:spTree>
    <p:extLst>
      <p:ext uri="{BB962C8B-B14F-4D97-AF65-F5344CB8AC3E}">
        <p14:creationId xmlns:p14="http://schemas.microsoft.com/office/powerpoint/2010/main" val="328664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11ee6e5-21a0-48c4-8af4-6cc1347f763e}" enabled="1" method="Privileged" siteId="{a27ddcc1-bea5-4183-aa29-fd96d7612a1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</TotalTime>
  <Words>67</Words>
  <Application>Microsoft Office PowerPoint</Application>
  <PresentationFormat>A4 용지(210x297mm)</PresentationFormat>
  <Paragraphs>20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맑은 고딕</vt:lpstr>
      <vt:lpstr>현대하모니 B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TEXT_BOX_1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정도현(JUNG DO HYUN) 매니저</dc:creator>
  <cp:lastModifiedBy>정도현(JUNG DO HYUN) 매니저</cp:lastModifiedBy>
  <cp:revision>13</cp:revision>
  <dcterms:created xsi:type="dcterms:W3CDTF">2026-05-20T00:05:38Z</dcterms:created>
  <dcterms:modified xsi:type="dcterms:W3CDTF">2026-05-20T07:34:05Z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Text">
    <vt:lpwstr>대외비(Restricted)</vt:lpwstr>
  </property>
</Properties>
</file>