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4"/>
  </p:sldMasterIdLst>
  <p:notesMasterIdLst>
    <p:notesMasterId r:id="rId25"/>
  </p:notesMasterIdLst>
  <p:sldIdLst>
    <p:sldId id="2147480629" r:id="rId5"/>
    <p:sldId id="2147480630" r:id="rId6"/>
    <p:sldId id="2147480631" r:id="rId7"/>
    <p:sldId id="2147480632" r:id="rId8"/>
    <p:sldId id="2147480633" r:id="rId9"/>
    <p:sldId id="2147480634" r:id="rId10"/>
    <p:sldId id="2147480635" r:id="rId11"/>
    <p:sldId id="2147480636" r:id="rId12"/>
    <p:sldId id="2147480637" r:id="rId13"/>
    <p:sldId id="2147480638" r:id="rId14"/>
    <p:sldId id="2147480639" r:id="rId15"/>
    <p:sldId id="2147480640" r:id="rId16"/>
    <p:sldId id="2147480641" r:id="rId17"/>
    <p:sldId id="2147480642" r:id="rId18"/>
    <p:sldId id="2147480643" r:id="rId19"/>
    <p:sldId id="2147480644" r:id="rId20"/>
    <p:sldId id="2147480645" r:id="rId21"/>
    <p:sldId id="2147480646" r:id="rId22"/>
    <p:sldId id="2147480647" r:id="rId23"/>
    <p:sldId id="2147480648" r:id="rId24"/>
  </p:sldIdLst>
  <p:sldSz cx="12192000" cy="6858000"/>
  <p:notesSz cx="9866313" cy="142954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4FD93F-B73D-49D7-9F76-EF935300C17C}" v="5" dt="2026-03-04T21:24:59.710"/>
    <p1510:client id="{E328329E-10D9-4D03-B69C-00C977E782CF}" v="129" dt="2026-03-04T08:20:38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88" autoAdjust="0"/>
    <p:restoredTop sz="94660"/>
  </p:normalViewPr>
  <p:slideViewPr>
    <p:cSldViewPr snapToGrid="0">
      <p:cViewPr varScale="1">
        <p:scale>
          <a:sx n="84" d="100"/>
          <a:sy n="84" d="100"/>
        </p:scale>
        <p:origin x="84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5402" cy="717255"/>
          </a:xfrm>
          <a:prstGeom prst="rect">
            <a:avLst/>
          </a:prstGeom>
        </p:spPr>
        <p:txBody>
          <a:bodyPr vert="horz" lIns="138065" tIns="69033" rIns="138065" bIns="69033" rtlCol="0"/>
          <a:lstStyle>
            <a:lvl1pPr algn="l">
              <a:defRPr sz="18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88628" y="0"/>
            <a:ext cx="4275402" cy="717255"/>
          </a:xfrm>
          <a:prstGeom prst="rect">
            <a:avLst/>
          </a:prstGeom>
        </p:spPr>
        <p:txBody>
          <a:bodyPr vert="horz" lIns="138065" tIns="69033" rIns="138065" bIns="69033" rtlCol="0"/>
          <a:lstStyle>
            <a:lvl1pPr algn="r">
              <a:defRPr sz="1800"/>
            </a:lvl1pPr>
          </a:lstStyle>
          <a:p>
            <a:fld id="{FEDCE034-82A4-440B-B2A1-8F62DE5CE15F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1787525"/>
            <a:ext cx="8575675" cy="48244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8065" tIns="69033" rIns="138065" bIns="6903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6632" y="6879679"/>
            <a:ext cx="7893050" cy="5628829"/>
          </a:xfrm>
          <a:prstGeom prst="rect">
            <a:avLst/>
          </a:prstGeom>
        </p:spPr>
        <p:txBody>
          <a:bodyPr vert="horz" lIns="138065" tIns="69033" rIns="138065" bIns="6903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3578186"/>
            <a:ext cx="4275402" cy="717253"/>
          </a:xfrm>
          <a:prstGeom prst="rect">
            <a:avLst/>
          </a:prstGeom>
        </p:spPr>
        <p:txBody>
          <a:bodyPr vert="horz" lIns="138065" tIns="69033" rIns="138065" bIns="69033" rtlCol="0" anchor="b"/>
          <a:lstStyle>
            <a:lvl1pPr algn="l">
              <a:defRPr sz="18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88628" y="13578186"/>
            <a:ext cx="4275402" cy="717253"/>
          </a:xfrm>
          <a:prstGeom prst="rect">
            <a:avLst/>
          </a:prstGeom>
        </p:spPr>
        <p:txBody>
          <a:bodyPr vert="horz" lIns="138065" tIns="69033" rIns="138065" bIns="69033" rtlCol="0" anchor="b"/>
          <a:lstStyle>
            <a:lvl1pPr algn="r">
              <a:defRPr sz="1800"/>
            </a:lvl1pPr>
          </a:lstStyle>
          <a:p>
            <a:fld id="{4D592762-ECA6-4CC6-BD29-66D469D8D6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498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8F1CD-AE37-7A6C-A079-2F17DE1C2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DD384F-8836-6B17-2137-4978BBA54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D8A64F-34E5-9E1A-CE12-C3F0E476A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07FBD-623F-F2A0-F1CA-81006D4D87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2608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C7621-D953-2D28-5AC0-C59374FDF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FA11B10-3340-EA9B-9D70-DB45E1CC97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1A812B-EBEB-FDE5-828D-9C1B56F2F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75B798-C240-BA37-924B-2ED965D1ED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1460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56843-91E3-F7AE-44BB-29B304DD1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5AA085-7CB5-C13F-924A-7258CD2F51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457D54-E916-C16F-D190-47B126D46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1911A6-3B6C-E6CD-05A2-E9B9C686DC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5824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5D191-AE88-6D09-2C3A-CC88313DA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97A655-5515-B0AB-FA05-9090506DB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F0014E-3E75-642C-6D35-D65C254E5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4B756-052A-309E-B1BC-E30A272FE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8380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EE7F7-C0C8-E6B6-6891-C978071F3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CBCBC-BB9D-0461-F8DF-68FB064DF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248455-D088-8DDD-C722-129776DF6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1CF7CD-EF0D-EBF3-78BD-AF57AA9D5F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06553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19F-4BAD-1042-67A0-1546DC99C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AB5610-77FA-21AC-7E77-13528B546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5A95C8-91F9-47FF-F9D0-F1CB3E2F9E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24818-2B32-8E3A-B062-D5D50A58B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9328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F6592-2D7A-EC1D-8579-D3707A07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BF1CCA-7E3F-9757-81F6-4CDAC09A5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00F03E-991C-6FD8-C6B1-2B9D55AEC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03277F-AE1D-E8DF-8674-05694E66F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7327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75A47-9CE6-71DF-ACF4-DE0897AA6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AD6A0B-C693-FB78-FC7C-209DD297A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B820C4-0249-DD1D-242E-4C143D6BC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65C7B-9898-4EF8-AABF-90443D4772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9738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D9F5-C9AB-1DAB-F6DC-FB034589D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1D6662-3569-12D4-B838-48AC3D427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78AE08-F403-5C3A-2B72-403A3E2C7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3D087-E736-FA8A-5E1D-62E60A8C08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324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FE98-77B4-99C4-64C6-3691211D4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5F038F-25D6-3EE6-2182-D73068E8C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B17562-DF06-A685-AFF5-4E61D5ECA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15DEFA-2077-B899-05FE-266F80735C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2744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9457A-1ECE-85EC-9665-C50ACDA6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CAB32D-BFA1-DA72-4CC1-0855CC51A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234A66-6A19-58C3-328A-EFBD58A56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11E156-3991-6A98-65C1-1EE175B81D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59681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EF547-C27E-4DD2-C58A-A4CE83078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15F0B5-D37A-2D86-6512-D0F7B2903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E3B8C4-142E-0608-59EA-5BA05A1E6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892B6-BD03-C7B7-7C80-EEB984F56D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7502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55B60-07FB-718C-3486-4D718F039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BD3E1E-BAB6-4341-553C-07377A9B3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169970-0F66-8DCF-3AC9-06051CE870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005D34-6B19-077F-BB8E-8FD0951302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1564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1BAA1-34FD-FB28-FEFC-E2DAA477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E7E482-B0B2-37B6-6E81-A4B84D00A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52CC58-5A70-DF84-76B9-BE83516D3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38050F-BA85-0C02-60F9-0F9E82C9C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6173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33C00-63D2-A9A0-43AE-0C1CC9AC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E2F534-40BF-E8F5-7B1A-6C5753CDB0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44B131-8C86-B43A-340D-BE337E5FA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25DCD-3A74-8002-CEE5-66715214B4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7651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55BCE-886F-3BC2-EB2E-7DF6A466A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1B40D4-C520-FDE5-567F-7906EEA941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C74B87-3FA2-9646-E0E5-422CDE9FB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B0CEF1-F437-BA5E-672E-FB0863BE9F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3360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86F5A-26D2-44F2-06E0-C9B29ACE9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5974F7-29E5-0E45-EFC0-0910A5AEF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7D7024-BA06-875A-E3BB-B1D7A6DE0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D88E50-6933-FA54-24F0-EFA0F603E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8571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29833-4BF8-6751-1DC2-09EE35590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25F6AB-0050-9267-A6EE-2A8D7755F4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FD3B0C-7F9F-132C-6A0F-F9148A268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285937-BB09-62A0-A008-697D57ADE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5920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8205F-138C-5E0E-E587-597714E6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B07A89-470E-AC3C-9517-33F1A6BA41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A86710-C822-EB00-03F3-20CF9B458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B37993-81E1-1B22-FDA4-50D1E0E37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44262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67749-800F-D5C8-1BF8-75D0CE3FD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23D3A-5077-A091-284B-7DA8CBBBC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46113" y="1787525"/>
            <a:ext cx="8575675" cy="482441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E01A58-E768-C404-7DA5-00E2935788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3E70A3-2DC0-0A23-594D-5216C7FB10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815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2525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887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75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276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274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222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763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971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1462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89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72068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71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19FCC-5267-4D44-B01A-1BF283548DD7}" type="datetimeFigureOut">
              <a:rPr lang="ko-KR" altLang="en-US" smtClean="0"/>
              <a:t>2026-04-15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DD9809-8E61-46FB-856E-C5123525718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816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F2219-2A1D-963C-FFA3-A5A5B844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DE8E12D-3707-B323-BDF0-E42073EC8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452332"/>
              </p:ext>
            </p:extLst>
          </p:nvPr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FA814C68-B23D-FB5D-55EB-0BECB66D83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790E166-0AEE-4619-FFB0-5693F1381A9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ECF872F-F7FC-0A30-4969-D3673A910A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6F65288-214B-0B19-B3E0-174E277482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0216963E-C4F9-251E-DE67-9FF6FB7FD511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734357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FC2AE-3AA3-4D6E-23FD-1DB05BD4F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D62D30E-1977-D3BE-6457-AF06D56FDBE0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9B09A87F-13D9-C690-7DCE-1F11E3B8362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EE0F1A88-6F26-B216-DE8F-5B06A0F85C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484DFC2-3DAE-03FA-F185-5E6BC4262A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395A9A4-0361-6121-6BC3-602270BCFE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2E4D5016-A59C-2B0B-0EB1-98376CC39C7D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31813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D990D-924E-CC08-70CE-E96848E1E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01E4D4-84C8-A4A4-27EA-ED3317DC2C1E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C6CBFEE4-105E-622B-29DB-E19136C62F9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769D149A-3586-73B3-4D46-9F43D482A2B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1DE936-21F4-67E4-2B20-B5E44A361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72BF08C-E24F-B806-D8A0-DCC185D287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C43B2B40-9346-427E-98F2-D53928218A71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4054754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CAAF9-F2D0-186F-B9F9-3F3A44E3F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0AF012B-7799-FD4A-26D6-8A357EB05D0F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50F81710-E751-8302-3956-1BC62F570D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1CB9B20-19A9-0CEA-4DF0-83F56746A6E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6E60444-16CC-2DD2-D27A-65EBDCB8A9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28AE450-D7B1-D0CF-2348-00793FE61D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AB97577E-B3D3-F4F4-6CF6-3D314D7C7A44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114431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79265-7A6C-B1B4-CD93-D39FFA2B9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DE89EB8-1123-7A87-B5D9-E43DC5C313B0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C2BC0956-6722-046A-8E30-05DE9ECBE6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CD7010A-0E3E-650A-DD0C-D3788CB264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91D55D9-0AD7-66B3-C97E-19FCBFBE0F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5231BFC-7F4B-9CBD-C971-DE411F040F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6D3F0CE2-DA03-36AA-FEE2-6373F3D7B8CD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639474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F595-5E76-66A3-DB57-317418B3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2B81987-CD12-89DC-CEB8-8E07AFF953B5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514EFDEA-2606-5E08-EC3B-D12877CDE3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A9C02905-2A7D-C815-3B60-DE1C3C3BA7A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A7D0DB5-3AD1-5A08-0A34-74D8A776F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97C2449-FA49-4E95-0DE8-15755D2EF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E828B544-76C5-90D8-1620-25C5B5B8D360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27489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B6F2E-F1AB-12A5-F5FA-794424E98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1DE59B2-7A3E-75F9-F0D5-CFD298EA046C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3D908BB8-F7E3-D948-2D96-0D9ACB9A1A7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A127C77E-D84D-EFB3-8843-B9D1B872300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29D3E0D-ED11-D9BA-70EA-642F31BB5D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C0776CD-ECF6-8907-D67C-4C6483F7BA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B44843C3-DA95-1D98-2B07-F21FFDF06215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3995206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D040D-6B7D-AF1B-C09C-BCC53DBB1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D1392A1-75CE-D8D8-0872-1A4945A38FAB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B0254899-5AEE-D866-580F-47725F8952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9C781A2-A016-DBAF-A4FC-517FC221198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840A370-8BB2-B1C9-E544-EB7BBAA68C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6FBE4ED-E7B6-6773-392D-4510B0529F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24170630-8C66-E4D2-B096-E456808716DE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487187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1B53A-6F91-6E86-AF06-EE07D1A75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792FEA4-1818-07A0-278F-F5B908C55499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96B6E149-B4E5-174D-0DD2-D8F0F3D301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288CB438-6242-D70A-FD80-BA20855D70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AE1E6BC-BBA4-34A9-3DBA-0F9193A7B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B518F7F-BBB1-72D0-7B95-3D732CE08D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C9F7C991-8014-7D70-7E35-504D2E8C239D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363331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373DA-9460-1CF2-CC49-B293FFC4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4E30BC5-8C68-FA10-907D-D70C2AA57650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DA8FBC51-F35F-3919-6339-0FFC029F34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FF11EB75-50A1-6DF0-96F2-B9AE019445E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B28B24-D6DE-14B9-7DEF-61285F2DDF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0DCDB03-DBE5-E634-B4E4-25DAEAD985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5BF67D73-7356-64A9-9075-417DAF5AFDA9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117232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D145D-C5A4-E0F0-4473-141A2305F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D94CF7-68D5-B784-8DA5-298E52C0D2BD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3C3AB410-FD56-2C3E-FB01-13A80A0E54F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300E26C0-BE3B-A09D-F055-E63659121DB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48468A4-F15E-1517-E51A-E6848BB48D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EAC9A08-A6D0-E934-5377-341B8C86C3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BC068553-B4B5-A404-3920-44B9F0D736BE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3256019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9B0C7-8F41-CCBB-68CB-E1A23A396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D799957-E617-23B4-C9B3-410BEBE5A949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0D77B598-6FB9-D3BF-77C1-7F58741C39F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1508B2B8-5909-5772-A3EF-1BA2F32ECC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12E893A-2C3B-8A4B-F046-C662465F09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865FFA9-BB94-7F06-9EBE-4E34AEB99D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B67B8FFF-5FB4-4B02-AD20-CD84B4B6CF8D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500047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98C34-3B47-2030-943D-6C47F8C3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B40A032-999E-DA55-8847-FF6D5E3A3910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11761AB9-12D4-F4C3-A3D7-9DE25AB22B2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268FF71-9561-7F15-85EA-7EBEEB8FEE8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529D82C-8A0B-26E7-44A1-A72B793F1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80805A6-E9D2-CDF9-C428-9507B2F157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D15280F9-98A0-1D1E-5AA3-C4CF90D107D9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911264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B5409-7CBB-B518-2697-E9A15AF1C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D6CEBD2-8F6B-21D4-D493-A3DD50CDC287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22419C15-3BB4-4F9D-470F-58FC412979A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CFD25D6-7318-0B77-4335-6DB46369D3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8723D09-B742-BC06-FDAA-34C6133B6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B160574-898E-854D-C0F1-CCAE6DB29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14CB56C5-0A4D-3896-053B-C2A05468FB56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75204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F75B5-DBE4-3148-C023-C8DDCA7D3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471411-73AD-A839-24F7-E058477D6354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B11DB101-6245-98F0-0A1C-9D11E2C21E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CD07EFC9-ECEE-6C4F-E6D9-DE6D0CC3612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7748BDF-1451-E212-9940-95A6BFF04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780EADD-43E5-404E-2DBA-22955BF183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A922D8C4-93A5-8299-D194-1ED2F698EBCD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20900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4F8C8-3A0C-0911-1C3D-1C9E06B5A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DD83276-9925-1EF5-70C6-3F20878A803E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50857DAB-F6A0-0258-C743-495AB6083EC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1339E061-4B0C-D868-8CB4-72E281D1F8B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686B0B5-FBE8-2136-B207-C11347493A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B259244-4516-29BA-34E2-669D15D64F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343CCA00-6E45-EA6F-B210-9C6B05E59E1F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045088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606AF-40C8-4D31-B910-150CACA66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D45D7F-5CBF-3111-9379-3F8762985BB2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91941667-E141-996C-A83C-A6EC05ECD6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F11B0F12-BEFA-C791-E38D-CCD2F535DFF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A518375-5515-F1D0-AEF8-3CB9DC8A05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4B83DD8-756E-37D9-6A29-335DAC4D5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E1664197-9B85-183E-77D1-B449D12D2C31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9830860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8946B-67AC-739C-773B-6AF68E17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877369-A0C3-7209-53DE-DCFE9C88221A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2651E732-5C0C-F949-2E5D-82FE0B4EFF0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D45E827-8903-44DA-B128-8D84E513A66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B3DA0B0-41AB-A752-835C-CD353CC0D8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7CF56B9-76CF-02E3-7FDD-B8F6D2CB3F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F63F018A-1445-DA47-60AD-412AACB09812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835094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7DD7F-0C3C-D202-C2E5-AE9DAE893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BDFBA52-DB23-E5EE-6A6E-D800450F9C0B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8F87E245-8340-536C-8671-DE05B0B6036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51E2F00-248C-AE0B-083F-2DF49A3BCF4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5AE9692-BC26-C7D1-D35F-D416D9715A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3A75129-9414-DA38-CE75-F1CDD3DE79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064F009E-F2B3-7091-32B4-DADDAE6D8F27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1380238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EE30-970D-9E00-0A8C-FC1AAC9B9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E72056E-9070-0399-9255-E9333AA1E66D}"/>
              </a:ext>
            </a:extLst>
          </p:cNvPr>
          <p:cNvGraphicFramePr>
            <a:graphicFrameLocks noGrp="1"/>
          </p:cNvGraphicFramePr>
          <p:nvPr/>
        </p:nvGraphicFramePr>
        <p:xfrm>
          <a:off x="0" y="-63316"/>
          <a:ext cx="11114069" cy="6812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8945">
                  <a:extLst>
                    <a:ext uri="{9D8B030D-6E8A-4147-A177-3AD203B41FA5}">
                      <a16:colId xmlns:a16="http://schemas.microsoft.com/office/drawing/2014/main" val="1432983574"/>
                    </a:ext>
                  </a:extLst>
                </a:gridCol>
                <a:gridCol w="4575124">
                  <a:extLst>
                    <a:ext uri="{9D8B030D-6E8A-4147-A177-3AD203B41FA5}">
                      <a16:colId xmlns:a16="http://schemas.microsoft.com/office/drawing/2014/main" val="3008074637"/>
                    </a:ext>
                  </a:extLst>
                </a:gridCol>
              </a:tblGrid>
              <a:tr h="64155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700" b="1" kern="1200">
                          <a:solidFill>
                            <a:schemeClr val="bg1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사진대지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5485425"/>
                  </a:ext>
                </a:extLst>
              </a:tr>
              <a:tr h="582007">
                <a:tc rowSpan="5">
                  <a:txBody>
                    <a:bodyPr/>
                    <a:lstStyle/>
                    <a:p>
                      <a:pPr latinLnBrk="1"/>
                      <a:endParaRPr lang="ko-KR" altLang="en-US" sz="2400" dirty="0"/>
                    </a:p>
                  </a:txBody>
                  <a:tcPr marL="92882" marR="92882" marT="46441" marB="464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설명</a:t>
                      </a:r>
                      <a:r>
                        <a:rPr lang="en-US" altLang="ko-KR" sz="3300" b="1" kern="120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/>
                          </a:solidFill>
                          <a:latin typeface="현대하모니 L"/>
                          <a:ea typeface="현대하모니 L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33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说明</a:t>
                      </a:r>
                      <a:endParaRPr lang="en-US" altLang="ko-KR" sz="3300" b="1" kern="120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/>
                        </a:solidFill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052640"/>
                  </a:ext>
                </a:extLst>
              </a:tr>
              <a:tr h="114617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/>
                        <a:t>전선거치 조치, 감전 및 화재위험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895530"/>
                  </a:ext>
                </a:extLst>
              </a:tr>
              <a:tr h="15571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/>
                        <a:t>电线架空管理，防触电及火灾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9360056"/>
                  </a:ext>
                </a:extLst>
              </a:tr>
              <a:tr h="134125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Treo dây điện, nguy cơ điện giật và hỏa hoạn</a:t>
                      </a:r>
                    </a:p>
                  </a:txBody>
                  <a:tcPr marL="92882" marR="92882" marT="46441" marB="4644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26919"/>
                  </a:ext>
                </a:extLst>
              </a:tr>
              <a:tr h="151559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ဝါယာကြိုးများချိတ်ဆွဲရန်၊ ဓာတ်လိုက်မှုနှင့် မီးဘေးအန္တရာယ်</a:t>
                      </a:r>
                    </a:p>
                  </a:txBody>
                  <a:tcPr marL="88479" marR="88479" marT="44240" marB="44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1484610"/>
                  </a:ext>
                </a:extLst>
              </a:tr>
            </a:tbl>
          </a:graphicData>
        </a:graphic>
      </p:graphicFrame>
      <p:pic>
        <p:nvPicPr>
          <p:cNvPr id="36" name="그림 35">
            <a:extLst>
              <a:ext uri="{FF2B5EF4-FFF2-40B4-BE49-F238E27FC236}">
                <a16:creationId xmlns:a16="http://schemas.microsoft.com/office/drawing/2014/main" id="{AFF86478-ECFB-8832-30DE-3C13AE8B90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1446210"/>
            <a:ext cx="993874" cy="663993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D1006BF-7B7A-4319-228C-BF34DDAFF2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98128" y="2793791"/>
            <a:ext cx="993874" cy="66343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65AD219-5D5E-9BD7-B5CF-96A640E818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98128" y="5869574"/>
            <a:ext cx="993874" cy="663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89F2B69-78A2-A013-BA14-D1D441C82A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8128" y="4522551"/>
            <a:ext cx="993874" cy="663435"/>
          </a:xfrm>
          <a:prstGeom prst="rect">
            <a:avLst/>
          </a:prstGeom>
        </p:spPr>
      </p:pic>
      <p:sp>
        <p:nvSpPr>
          <p:cNvPr id="2" name="PHOTO_BOX">
            <a:extLst>
              <a:ext uri="{FF2B5EF4-FFF2-40B4-BE49-F238E27FC236}">
                <a16:creationId xmlns:a16="http://schemas.microsoft.com/office/drawing/2014/main" id="{57D69017-2936-A533-1759-E34C8BB72E6D}"/>
              </a:ext>
            </a:extLst>
          </p:cNvPr>
          <p:cNvSpPr/>
          <p:nvPr/>
        </p:nvSpPr>
        <p:spPr>
          <a:xfrm>
            <a:off x="0" y="603504"/>
            <a:ext cx="6510528" cy="62544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800" dirty="0"/>
              <a:t>PHOTO_BOX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12538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52e0757-ace6-46d3-a9a0-fef629e06688">
      <Terms xmlns="http://schemas.microsoft.com/office/infopath/2007/PartnerControls"/>
    </lcf76f155ced4ddcb4097134ff3c332f>
    <TaxCatchAll xmlns="14e95305-4dae-4d1b-ba82-6fbec92cd78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B6D7EA30A37148B2A67329C4059AAF" ma:contentTypeVersion="14" ma:contentTypeDescription="Create a new document." ma:contentTypeScope="" ma:versionID="6e60e303ae605156cc1e49bda12eae63">
  <xsd:schema xmlns:xsd="http://www.w3.org/2001/XMLSchema" xmlns:xs="http://www.w3.org/2001/XMLSchema" xmlns:p="http://schemas.microsoft.com/office/2006/metadata/properties" xmlns:ns2="552e0757-ace6-46d3-a9a0-fef629e06688" xmlns:ns3="14e95305-4dae-4d1b-ba82-6fbec92cd780" targetNamespace="http://schemas.microsoft.com/office/2006/metadata/properties" ma:root="true" ma:fieldsID="9c1296cb7282419be5e795e48922d2f0" ns2:_="" ns3:_="">
    <xsd:import namespace="552e0757-ace6-46d3-a9a0-fef629e06688"/>
    <xsd:import namespace="14e95305-4dae-4d1b-ba82-6fbec92cd78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52e0757-ace6-46d3-a9a0-fef629e066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71fb70b6-d210-4b74-85ba-b603f93f2d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e95305-4dae-4d1b-ba82-6fbec92cd78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3741912a-d643-44f6-959c-146f37d56d98}" ma:internalName="TaxCatchAll" ma:showField="CatchAllData" ma:web="14e95305-4dae-4d1b-ba82-6fbec92cd7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77CBB7-B714-4F85-AD50-F0BBEF76B952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14e95305-4dae-4d1b-ba82-6fbec92cd780"/>
    <ds:schemaRef ds:uri="552e0757-ace6-46d3-a9a0-fef629e06688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ACBA21F2-B51B-40F5-A150-A9F201C2F2D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CBED44C-22C4-4FBF-86DF-A265F9A98E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52e0757-ace6-46d3-a9a0-fef629e06688"/>
    <ds:schemaRef ds:uri="14e95305-4dae-4d1b-ba82-6fbec92cd78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11ee6e5-21a0-48c4-8af4-6cc1347f763e}" enabled="1" method="Privileged" siteId="{a27ddcc1-bea5-4183-aa29-fd96d7612a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678</TotalTime>
  <Words>1380</Words>
  <Application>Microsoft Office PowerPoint</Application>
  <PresentationFormat>와이드스크린</PresentationFormat>
  <Paragraphs>160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6" baseType="lpstr">
      <vt:lpstr>맑은 고딕</vt:lpstr>
      <vt:lpstr>현대하모니 L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정도현(JUNG DO HYUN) 매니저</dc:creator>
  <cp:lastModifiedBy>정도현(JUNG DO HYUN) 매니저</cp:lastModifiedBy>
  <cp:revision>129</cp:revision>
  <cp:lastPrinted>2026-01-15T21:29:25Z</cp:lastPrinted>
  <dcterms:created xsi:type="dcterms:W3CDTF">2025-12-10T21:27:34Z</dcterms:created>
  <dcterms:modified xsi:type="dcterms:W3CDTF">2026-04-15T09:10:37Z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Text">
    <vt:lpwstr>대외비(Restricted)</vt:lpwstr>
  </property>
  <property fmtid="{D5CDD505-2E9C-101B-9397-08002B2CF9AE}" pid="3" name="ContentTypeId">
    <vt:lpwstr>0x01010003B6D7EA30A37148B2A67329C4059AAF</vt:lpwstr>
  </property>
  <property fmtid="{D5CDD505-2E9C-101B-9397-08002B2CF9AE}" pid="4" name="MediaServiceImageTags">
    <vt:lpwstr/>
  </property>
</Properties>
</file>