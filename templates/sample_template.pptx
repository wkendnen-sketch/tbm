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4"/>
  </p:sldMasterIdLst>
  <p:notesMasterIdLst>
    <p:notesMasterId r:id="rId20"/>
  </p:notesMasterIdLst>
  <p:sldIdLst>
    <p:sldId id="2147480629" r:id="rId5"/>
    <p:sldId id="2147480630" r:id="rId6"/>
    <p:sldId id="2147480631" r:id="rId7"/>
    <p:sldId id="2147480632" r:id="rId8"/>
    <p:sldId id="2147480633" r:id="rId9"/>
    <p:sldId id="2147480634" r:id="rId10"/>
    <p:sldId id="2147480635" r:id="rId11"/>
    <p:sldId id="2147480636" r:id="rId12"/>
    <p:sldId id="2147480637" r:id="rId13"/>
    <p:sldId id="2147480638" r:id="rId14"/>
    <p:sldId id="2147480639" r:id="rId15"/>
    <p:sldId id="2147480640" r:id="rId16"/>
    <p:sldId id="2147480641" r:id="rId17"/>
    <p:sldId id="2147480642" r:id="rId18"/>
    <p:sldId id="2147480643" r:id="rId19"/>
  </p:sldIdLst>
  <p:sldSz cx="12192000" cy="6858000"/>
  <p:notesSz cx="9866313" cy="142954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4FD93F-B73D-49D7-9F76-EF935300C17C}" v="5" dt="2026-03-04T21:24:59.710"/>
    <p1510:client id="{E328329E-10D9-4D03-B69C-00C977E782CF}" v="129" dt="2026-03-04T08:20:38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88" autoAdjust="0"/>
    <p:restoredTop sz="94660"/>
  </p:normalViewPr>
  <p:slideViewPr>
    <p:cSldViewPr snapToGrid="0">
      <p:cViewPr varScale="1">
        <p:scale>
          <a:sx n="84" d="100"/>
          <a:sy n="84" d="100"/>
        </p:scale>
        <p:origin x="84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5402" cy="717255"/>
          </a:xfrm>
          <a:prstGeom prst="rect">
            <a:avLst/>
          </a:prstGeom>
        </p:spPr>
        <p:txBody>
          <a:bodyPr vert="horz" lIns="138065" tIns="69033" rIns="138065" bIns="69033" rtlCol="0"/>
          <a:lstStyle>
            <a:lvl1pPr algn="l">
              <a:defRPr sz="18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88628" y="0"/>
            <a:ext cx="4275402" cy="717255"/>
          </a:xfrm>
          <a:prstGeom prst="rect">
            <a:avLst/>
          </a:prstGeom>
        </p:spPr>
        <p:txBody>
          <a:bodyPr vert="horz" lIns="138065" tIns="69033" rIns="138065" bIns="69033" rtlCol="0"/>
          <a:lstStyle>
            <a:lvl1pPr algn="r">
              <a:defRPr sz="1800"/>
            </a:lvl1pPr>
          </a:lstStyle>
          <a:p>
            <a:fld id="{FEDCE034-82A4-440B-B2A1-8F62DE5CE15F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1787525"/>
            <a:ext cx="8575675" cy="48244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065" tIns="69033" rIns="138065" bIns="6903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6632" y="6879679"/>
            <a:ext cx="7893050" cy="5628829"/>
          </a:xfrm>
          <a:prstGeom prst="rect">
            <a:avLst/>
          </a:prstGeom>
        </p:spPr>
        <p:txBody>
          <a:bodyPr vert="horz" lIns="138065" tIns="69033" rIns="138065" bIns="6903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578186"/>
            <a:ext cx="4275402" cy="717253"/>
          </a:xfrm>
          <a:prstGeom prst="rect">
            <a:avLst/>
          </a:prstGeom>
        </p:spPr>
        <p:txBody>
          <a:bodyPr vert="horz" lIns="138065" tIns="69033" rIns="138065" bIns="69033" rtlCol="0" anchor="b"/>
          <a:lstStyle>
            <a:lvl1pPr algn="l">
              <a:defRPr sz="18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88628" y="13578186"/>
            <a:ext cx="4275402" cy="717253"/>
          </a:xfrm>
          <a:prstGeom prst="rect">
            <a:avLst/>
          </a:prstGeom>
        </p:spPr>
        <p:txBody>
          <a:bodyPr vert="horz" lIns="138065" tIns="69033" rIns="138065" bIns="69033" rtlCol="0" anchor="b"/>
          <a:lstStyle>
            <a:lvl1pPr algn="r">
              <a:defRPr sz="1800"/>
            </a:lvl1pPr>
          </a:lstStyle>
          <a:p>
            <a:fld id="{4D592762-ECA6-4CC6-BD29-66D469D8D6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49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8F1CD-AE37-7A6C-A079-2F17DE1C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DD384F-8836-6B17-2137-4978BBA54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D8A64F-34E5-9E1A-CE12-C3F0E476A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07FBD-623F-F2A0-F1CA-81006D4D87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60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CE1A2-3C6E-A00B-FF31-05DB0286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13CCA-32E8-C4D1-622F-1EFC5BE6D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D30E95-7E10-6732-854E-650F546FA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AB1C5-1238-0E14-3798-D165F088D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006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EF235-5816-BA9C-5484-0AD3CED49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AC0522-8D1B-019C-0663-955480F92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8C456-E7DD-5DC6-3CED-B91D34DCF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012D87-853C-5FA9-C786-75F5B8604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5408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A8E6-98D1-9F80-6AFB-E3FBD032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DE2895-E5D5-C6B4-D319-2CF243067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E723EA-D26F-A3B0-80FC-EE95A12AC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0450C-9271-FE83-4C5E-B49B9CDAF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93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69F3-94A3-0C60-7885-E7F798AA9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0EC42E-4EB6-0995-5EA9-1080B9D00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423A77-CBCF-E600-2CBC-CEFD9364A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F3D37-BEF7-39C4-4B3F-51A48C139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421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945EE-9C54-C495-01FC-A3E5F229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53F3D8-3D3D-7B5A-EA73-BFA270D89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906EB9-5F79-9683-7EFA-1F35F2977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544290-0209-964C-86B6-E7AD9930C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537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5E1E5-DB9F-BE52-DCB1-DA8179F45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41519-7812-11C8-DBB6-807F100C9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9B5A62-0D56-28AA-FFBA-8C3D31AE5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CD7855-6752-27C3-8730-B4A032DD6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974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78160-29F1-C770-9BD5-A7F211848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BE185E-649F-61D9-099F-2E7538950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A6BACB-02EF-5F55-C718-6B5921A7C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51DA0-DE17-EC7F-D504-7F0A2E8C9C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7783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D8524-B0EA-C408-CF0D-ACF835DD0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65933-3542-923A-AE8C-80CCE667A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E2F50-69DC-1C1E-34C4-E1308FCA6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3A908-AA6E-E67F-C31A-C9EA2DE46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9829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6495-8652-5559-E42B-6E4927A6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FA25A9-6036-692B-4A47-B51389168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45884C-9EA5-EA44-3C4A-94B0C3DC1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FCAD21-3847-292C-828E-31F215181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56660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825FC-6248-A034-2521-6CA9625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8C0B3A-2F03-ABAD-A79C-737118C87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C996D1-074F-6A2A-356D-BAD03D36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D2D793-ADDD-722E-5B16-E49BB2F5F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0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61981-7FA7-F02B-A168-4FA85D876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EBCAAE-58B5-961B-36D9-1FA621EFB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23D92E-E168-5966-5250-0847532DC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A584F2-A559-7E22-8591-A5A91EE3C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58037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AD1D-AC68-AC57-3AB2-482B4864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C2924D-0297-F929-83CE-732F179E3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37BA52-2E75-CC1C-0E9F-1B7C97815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DE9A-8D57-AF8E-52CD-3A0C8DF69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2656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46B65-A0D8-C97C-42F9-3E09A8B32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6DC6B-ABAF-A9D9-A5C0-3E62B77D7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5CD630-08F1-0BBF-6FFB-126E44A5C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C6228-B987-443D-DC8C-F3B73CF04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52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CA34D-50F6-35AA-F4B9-49F321F1C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04EEF9-1BBD-E0AE-9709-A5B2363C6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3EB9A9-E0EE-A2C6-7E61-2571C1D9B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2BA5B5-776F-4060-BDE0-3844B21DBE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273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525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887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75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276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74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222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76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971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1462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8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72068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71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19FCC-5267-4D44-B01A-1BF283548DD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81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F2219-2A1D-963C-FFA3-A5A5B844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E8E12D-3707-B323-BDF0-E42073EC8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589285"/>
              </p:ext>
            </p:extLst>
          </p:nvPr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FA814C68-B23D-FB5D-55EB-0BECB66D8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790E166-0AEE-4619-FFB0-5693F1381A9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ECF872F-F7FC-0A30-4969-D3673A910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F65288-214B-0B19-B3E0-174E277482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216963E-C4F9-251E-DE67-9FF6FB7FD51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734357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83B09-1D47-39C9-8835-78DCFB27B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6BF9D35-9AFD-B9BC-CFEF-14FBD5C5A912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9053E393-6C40-F052-3630-AD394150AD1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37AF39DC-82C2-D869-5778-0D065C37A6B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8228713-C4EB-2B6E-40C8-1AEF66B72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BC8ABD-F4D3-5FDC-2F2B-49C188E9EF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34A4FBF-BF8E-A8C1-6F03-514D0B3BD7FB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54730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C3936-DBC4-23F4-D307-FE01F43A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9956A3-779D-86D9-03E8-9FBABB4E4A5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4840E272-6296-1C81-CEE9-0D68F282CDF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00A214E-20E3-161B-0316-B3869D9C880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F2DEA67-5B34-AEEF-207D-DEC46CD179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3AD8D13-E0A7-A6C5-7CE7-56FA70517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F6D28673-5EFE-7A65-8A02-42870EC4821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529326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F6E2-84A8-F6D8-C6F3-EDD88BC3C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59AB031-04CF-B000-6D3C-F587EB53D2BB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219CE4D6-F336-278B-56D3-32E56C93D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F96B6143-3D6D-48A0-229F-97CD028A12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7839A73-7737-2F15-E021-A97D607E10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F6EDF7D-50A1-E34B-6823-1041A9E14B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6DE922BE-1941-B90A-F5DC-14113ACADD10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621218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2B21-05D3-62AE-B285-C83CF175C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046EC17-379F-3607-8C64-AC9189054F3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B5A930C2-F5C4-E105-E816-B5F64E2FA0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D40A8C20-4AA1-D4DB-50BF-EB0DC98C616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91078C0-AF83-2681-9C4E-08007ADC0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4B82B29-9D6F-D246-764B-88D21BAE29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57C5AA6F-4023-CE87-1D65-58D5F5B6B6E5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006151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ED3F-5C8A-9D95-09C4-2B6845B3F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CE1ADB7-E0DD-5EE1-7A13-E0862F50BE28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A8C5DB49-D7CD-6A75-D605-6BBC6EE637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A833BB92-54BA-56DC-142F-62AD861B69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DE4DC4B-2BC2-EC15-EF95-CD7184D0A8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35ADF6-CE87-396F-B40A-9F5A3C9514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1AC086CF-BB02-414D-07B8-0FEBDC7C8BD6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78835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2779-0EBB-7E33-9593-AE28072B8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5FAED4-D7F1-B30C-0C2E-5C0356A831DD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F2B60A4C-9343-E5E1-DC0E-7F29069CA04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44E371B4-F2DA-B29F-2A0D-809A63062B7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7B737BB-C592-9C91-37F8-E8BB8579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86691F-4C37-91DE-84EB-06B85F79D9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7EEA4C51-F3F6-85DA-1BA8-1342A83A2DBE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98844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AB4D9-99CF-EDA5-F80A-DF5545A8D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E6CC87E-EDCE-BDD7-1E49-1E9036FE13C1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52546BFE-BFCD-70A0-5C54-7A0A627D17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60EB61D-338B-4E31-B211-85D768B49A1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A3640C1-ABD4-7BBB-3622-061B22424A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A36CA7-EC6B-B31A-5CFF-6798EAB84D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1DF3FD6C-A5E2-0A2D-5AA2-0A6D156DACC0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360409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37DB9-84EC-BE1C-8238-7BD788862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C61EFDC-760E-82EA-B40A-26B5989E5668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C7462AEC-FA54-ADA4-C08A-BC3510FB2A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33C2BD59-FAA2-6CE0-B5BE-57EC95495D2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84B4D30-BA0D-3A33-69BF-16EE59BF1D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42E22AF-39B0-6EF6-D736-1F316F1C0D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A3645C6-8028-BB51-6A17-01E0ED0D6F86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162855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86B3-3739-566A-0999-E39577005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3B3AB6D-BAC3-D640-6705-07387DA44B09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2346A22F-90E3-7EAD-BC43-FDD7D0FF9A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AFD154C7-8BEC-3F72-2CC5-F83EA3EF41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30BA78B-3A88-6284-D55D-BD0F4A3A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169A1A4-C667-470B-A464-7E619B98B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75E2E943-5112-169C-4E32-728FB7B7CEE9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31568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77F66-78FC-5EAA-0F47-AAB5D8BEC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44AA8AC-4490-3A33-1FE4-B555BA0ECD69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C2D820E9-F927-2AF9-2C75-99754B08281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162292A1-B2D3-2EE9-6380-7D9B139DD7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058B927-7CDC-0F8E-C9C6-0F9A1B7B5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C01F510-D348-EA96-0269-58C1CA9780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4F4C085B-12FD-5341-2596-C4E2D40C6E34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4161658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448C2-146D-4898-32EF-A13E6781B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39CCDE9-C885-1CB1-3ECD-94590A57CEF3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1FF4B13C-2736-3E31-46EA-F1B6673C9E6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F7E9E905-0750-8976-3F6D-AF463DD43C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FDCB840-935A-06F9-D2E8-CE7207DD1B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3DE895D-4FB7-D922-CA0F-FFFF500CB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D20D1CB1-03E9-0220-F281-ED4EE3B2D37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4140523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00C6B-7B4D-576B-F20F-54F5ECE90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854E90D-F044-CCF7-025C-D32D53148202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F0227C13-D164-4543-1C0D-E796CAB5F77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282EBC25-333C-08F9-9456-A6A582D52A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87C6B03-DFF7-8FA5-C082-6C0E33918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488737C-1E9B-A5AA-AE43-9F4F70F2D3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232C5794-CFFC-CD53-39A5-801C779B9E39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486039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6610C-68DC-22E8-51F6-B8C1CB781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E269E2D-3528-61A9-40CE-E35D54720AC8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8D523C28-2195-E269-C2C6-FF538F527DF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45528970-FFC4-5D73-2CD8-02248A4490D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2676D19-A391-CA4F-B150-CFD72A3A37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8D1425-4925-78A4-B8A3-F2F43DB467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AC5A740E-460C-A25C-AD0B-7C5BC91257C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919415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B5D75-683D-802C-11FE-E0EB8E80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B6E18-547F-1240-B7FC-03DE77CD284F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1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2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3</a:t>
                      </a:r>
                      <a:endParaRPr sz="3500" dirty="0"/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500" dirty="0"/>
                        <a:t>4</a:t>
                      </a:r>
                      <a:endParaRPr sz="3500" dirty="0"/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99A345C5-3532-77BB-A11E-71DC4F37093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AB7C0C46-9A5B-BA1F-689B-5B6F4BD818E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31C67F3-FA9F-1AF1-AB5F-10294C65E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E774564-8123-7DE7-A02D-86941CB64A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A78BB6E-B1F7-F2FF-F649-F53C30FF5C42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663529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52e0757-ace6-46d3-a9a0-fef629e06688">
      <Terms xmlns="http://schemas.microsoft.com/office/infopath/2007/PartnerControls"/>
    </lcf76f155ced4ddcb4097134ff3c332f>
    <TaxCatchAll xmlns="14e95305-4dae-4d1b-ba82-6fbec92cd78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B6D7EA30A37148B2A67329C4059AAF" ma:contentTypeVersion="14" ma:contentTypeDescription="Create a new document." ma:contentTypeScope="" ma:versionID="6e60e303ae605156cc1e49bda12eae63">
  <xsd:schema xmlns:xsd="http://www.w3.org/2001/XMLSchema" xmlns:xs="http://www.w3.org/2001/XMLSchema" xmlns:p="http://schemas.microsoft.com/office/2006/metadata/properties" xmlns:ns2="552e0757-ace6-46d3-a9a0-fef629e06688" xmlns:ns3="14e95305-4dae-4d1b-ba82-6fbec92cd780" targetNamespace="http://schemas.microsoft.com/office/2006/metadata/properties" ma:root="true" ma:fieldsID="9c1296cb7282419be5e795e48922d2f0" ns2:_="" ns3:_="">
    <xsd:import namespace="552e0757-ace6-46d3-a9a0-fef629e06688"/>
    <xsd:import namespace="14e95305-4dae-4d1b-ba82-6fbec92cd78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2e0757-ace6-46d3-a9a0-fef629e066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1fb70b6-d210-4b74-85ba-b603f93f2d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e95305-4dae-4d1b-ba82-6fbec92cd78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741912a-d643-44f6-959c-146f37d56d98}" ma:internalName="TaxCatchAll" ma:showField="CatchAllData" ma:web="14e95305-4dae-4d1b-ba82-6fbec92cd7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BA21F2-B51B-40F5-A150-A9F201C2F2D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177CBB7-B714-4F85-AD50-F0BBEF76B952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14e95305-4dae-4d1b-ba82-6fbec92cd780"/>
    <ds:schemaRef ds:uri="552e0757-ace6-46d3-a9a0-fef629e06688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CBED44C-22C4-4FBF-86DF-A265F9A98E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52e0757-ace6-46d3-a9a0-fef629e06688"/>
    <ds:schemaRef ds:uri="14e95305-4dae-4d1b-ba82-6fbec92cd7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678</TotalTime>
  <Words>180</Words>
  <Application>Microsoft Office PowerPoint</Application>
  <PresentationFormat>와이드스크린</PresentationFormat>
  <Paragraphs>120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맑은 고딕</vt:lpstr>
      <vt:lpstr>현대하모니 L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130</cp:revision>
  <cp:lastPrinted>2026-01-15T21:29:25Z</cp:lastPrinted>
  <dcterms:created xsi:type="dcterms:W3CDTF">2025-12-10T21:27:34Z</dcterms:created>
  <dcterms:modified xsi:type="dcterms:W3CDTF">2026-04-18T01:43:34Z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  <property fmtid="{D5CDD505-2E9C-101B-9397-08002B2CF9AE}" pid="3" name="ContentTypeId">
    <vt:lpwstr>0x01010003B6D7EA30A37148B2A67329C4059AAF</vt:lpwstr>
  </property>
  <property fmtid="{D5CDD505-2E9C-101B-9397-08002B2CF9AE}" pid="4" name="MediaServiceImageTags">
    <vt:lpwstr/>
  </property>
</Properties>
</file>