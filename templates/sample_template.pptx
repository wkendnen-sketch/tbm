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4"/>
  </p:sldMasterIdLst>
  <p:notesMasterIdLst>
    <p:notesMasterId r:id="rId25"/>
  </p:notesMasterIdLst>
  <p:sldIdLst>
    <p:sldId id="2147480629" r:id="rId5"/>
    <p:sldId id="2147480630" r:id="rId6"/>
    <p:sldId id="2147480631" r:id="rId7"/>
    <p:sldId id="2147480632" r:id="rId8"/>
    <p:sldId id="2147480633" r:id="rId9"/>
    <p:sldId id="2147480634" r:id="rId10"/>
    <p:sldId id="2147480635" r:id="rId11"/>
    <p:sldId id="2147480636" r:id="rId12"/>
    <p:sldId id="2147480637" r:id="rId13"/>
    <p:sldId id="2147480638" r:id="rId14"/>
    <p:sldId id="2147480639" r:id="rId15"/>
    <p:sldId id="2147480640" r:id="rId16"/>
    <p:sldId id="2147480641" r:id="rId17"/>
    <p:sldId id="2147480642" r:id="rId18"/>
    <p:sldId id="2147480643" r:id="rId19"/>
    <p:sldId id="2147480644" r:id="rId20"/>
    <p:sldId id="2147480645" r:id="rId21"/>
    <p:sldId id="2147480646" r:id="rId22"/>
    <p:sldId id="2147480647" r:id="rId23"/>
    <p:sldId id="2147480648" r:id="rId24"/>
  </p:sldIdLst>
  <p:sldSz cx="12192000" cy="6858000"/>
  <p:notesSz cx="9866313" cy="142954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4FD93F-B73D-49D7-9F76-EF935300C17C}" v="5" dt="2026-03-04T21:24:59.710"/>
    <p1510:client id="{E328329E-10D9-4D03-B69C-00C977E782CF}" v="129" dt="2026-03-04T08:20:38.6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988" autoAdjust="0"/>
    <p:restoredTop sz="94660"/>
  </p:normalViewPr>
  <p:slideViewPr>
    <p:cSldViewPr snapToGrid="0">
      <p:cViewPr varScale="1">
        <p:scale>
          <a:sx n="84" d="100"/>
          <a:sy n="84" d="100"/>
        </p:scale>
        <p:origin x="840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5402" cy="717255"/>
          </a:xfrm>
          <a:prstGeom prst="rect">
            <a:avLst/>
          </a:prstGeom>
        </p:spPr>
        <p:txBody>
          <a:bodyPr vert="horz" lIns="138065" tIns="69033" rIns="138065" bIns="69033" rtlCol="0"/>
          <a:lstStyle>
            <a:lvl1pPr algn="l">
              <a:defRPr sz="18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588628" y="0"/>
            <a:ext cx="4275402" cy="717255"/>
          </a:xfrm>
          <a:prstGeom prst="rect">
            <a:avLst/>
          </a:prstGeom>
        </p:spPr>
        <p:txBody>
          <a:bodyPr vert="horz" lIns="138065" tIns="69033" rIns="138065" bIns="69033" rtlCol="0"/>
          <a:lstStyle>
            <a:lvl1pPr algn="r">
              <a:defRPr sz="1800"/>
            </a:lvl1pPr>
          </a:lstStyle>
          <a:p>
            <a:fld id="{FEDCE034-82A4-440B-B2A1-8F62DE5CE15F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46113" y="1787525"/>
            <a:ext cx="8575675" cy="48244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8065" tIns="69033" rIns="138065" bIns="6903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86632" y="6879679"/>
            <a:ext cx="7893050" cy="5628829"/>
          </a:xfrm>
          <a:prstGeom prst="rect">
            <a:avLst/>
          </a:prstGeom>
        </p:spPr>
        <p:txBody>
          <a:bodyPr vert="horz" lIns="138065" tIns="69033" rIns="138065" bIns="69033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3578186"/>
            <a:ext cx="4275402" cy="717253"/>
          </a:xfrm>
          <a:prstGeom prst="rect">
            <a:avLst/>
          </a:prstGeom>
        </p:spPr>
        <p:txBody>
          <a:bodyPr vert="horz" lIns="138065" tIns="69033" rIns="138065" bIns="69033" rtlCol="0" anchor="b"/>
          <a:lstStyle>
            <a:lvl1pPr algn="l">
              <a:defRPr sz="18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588628" y="13578186"/>
            <a:ext cx="4275402" cy="717253"/>
          </a:xfrm>
          <a:prstGeom prst="rect">
            <a:avLst/>
          </a:prstGeom>
        </p:spPr>
        <p:txBody>
          <a:bodyPr vert="horz" lIns="138065" tIns="69033" rIns="138065" bIns="69033" rtlCol="0" anchor="b"/>
          <a:lstStyle>
            <a:lvl1pPr algn="r">
              <a:defRPr sz="1800"/>
            </a:lvl1pPr>
          </a:lstStyle>
          <a:p>
            <a:fld id="{4D592762-ECA6-4CC6-BD29-66D469D8D6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498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8F1CD-AE37-7A6C-A079-2F17DE1C2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5DD384F-8836-6B17-2137-4978BBA549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46113" y="1787525"/>
            <a:ext cx="8575675" cy="48244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4D8A64F-34E5-9E1A-CE12-C3F0E476AA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E07FBD-623F-F2A0-F1CA-81006D4D87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DAA95-2AEA-4568-9FD7-5FDEF721D89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72608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7E2F0-975A-71FE-9D02-6D66DF1EE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A1AE251-B0F3-A801-CED2-50D9F4AC3D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46113" y="1787525"/>
            <a:ext cx="8575675" cy="48244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563065-2185-80E2-9CE6-B89597E585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776704-2BDD-7548-194E-AC73BBDE17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DAA95-2AEA-4568-9FD7-5FDEF721D89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48789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15B7F-B2F3-A879-9F6E-DB1650C7D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0BEB8C3-BFA3-6227-C62A-DC19728910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46113" y="1787525"/>
            <a:ext cx="8575675" cy="48244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185DA5B-13C0-3704-4B5E-A90582DA67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A6DE99-8429-A06C-4367-DA5EAF6DCF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DAA95-2AEA-4568-9FD7-5FDEF721D89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48728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024BB-7590-0D6D-122D-827456F83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C385A80-200B-600D-909A-0ED80FDDA9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46113" y="1787525"/>
            <a:ext cx="8575675" cy="48244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86EC27B-8AAF-1DEB-D676-41655AEAC4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931706-C27F-659E-A4AA-73F4FFC3CE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DAA95-2AEA-4568-9FD7-5FDEF721D89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46288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E9D0C-9F55-D4AE-8926-4E8A41563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D33900F-0671-3017-2955-112DC07589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46113" y="1787525"/>
            <a:ext cx="8575675" cy="48244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A76977-34E0-AE38-BB0B-4F14672E63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A1A427-86F5-82AB-D1BC-ADDBFD700F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DAA95-2AEA-4568-9FD7-5FDEF721D897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00409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DFF36-D54A-B4F7-DC9F-BDA30541D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F3CF117-8EDE-7F87-8CCE-B6A5D1D474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46113" y="1787525"/>
            <a:ext cx="8575675" cy="48244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24A99A2-C2EA-B1CF-5BF2-18FAFACFF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39F9AF-857F-0861-0D1A-26A3EA04D2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DAA95-2AEA-4568-9FD7-5FDEF721D897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84537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21A95-DD47-81F1-3DFE-DA91A6083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867B6FD-B31E-CBCE-2C02-EC08F18EB9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46113" y="1787525"/>
            <a:ext cx="8575675" cy="48244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8F1DAE-A17D-A9DB-2B6D-F991E91CA3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13E2AF-9710-D477-A251-277DE2275A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DAA95-2AEA-4568-9FD7-5FDEF721D897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7278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524F0-FCD5-3F9F-BA59-35378EE06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817AE5A-B71A-2CE7-3B86-EBBD22344B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46113" y="1787525"/>
            <a:ext cx="8575675" cy="48244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65AA2D3-F4A2-963B-7B07-E0AC0215AF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266343-FC67-4218-CCFC-2019F70FD8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DAA95-2AEA-4568-9FD7-5FDEF721D897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27871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06998-F0AA-B67D-200D-48587C368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EFD82F-A51A-19CB-E3FF-04EF117769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46113" y="1787525"/>
            <a:ext cx="8575675" cy="48244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197EB4-6677-53C8-3619-BF56A90FB1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359B4E-300B-6E3E-50B2-2A70676E2B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DAA95-2AEA-4568-9FD7-5FDEF721D897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47508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5D566-7680-A63D-FDC3-760CD4322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E2DE98F-77A9-A5E0-4D50-16CF3B1857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46113" y="1787525"/>
            <a:ext cx="8575675" cy="48244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D8EE6D-955D-5EF7-8A89-C95ECEE86D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28C2F9-82B0-B975-0B92-BE38BABF9B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DAA95-2AEA-4568-9FD7-5FDEF721D897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09174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EE59C-7A5A-B22E-46D0-F70904154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15799EF-E4DB-BF44-ABC4-1228400656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46113" y="1787525"/>
            <a:ext cx="8575675" cy="48244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7AD8515-E868-5CF1-D0D0-C17026B32C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33389C-6B29-E809-EBA1-FDAA14CF68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DAA95-2AEA-4568-9FD7-5FDEF721D897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12545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02A7E-283E-BD9E-FB38-782E56D5E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B22543A-C7D6-1C58-3A08-079BEB0F79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46113" y="1787525"/>
            <a:ext cx="8575675" cy="48244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6404B17-D936-0DB3-5853-895E525F7E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613282-02F7-76A3-FEBD-5F5214AE44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DAA95-2AEA-4568-9FD7-5FDEF721D897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71011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B0C76-C0B6-244C-C0AC-92ACABFD6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8A3427F-878C-C95C-6824-694B36883A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46113" y="1787525"/>
            <a:ext cx="8575675" cy="48244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4F76830-FFB4-3BA8-CF9A-D4145CC50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8FE945-6BED-702F-0541-5113E6B10C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DAA95-2AEA-4568-9FD7-5FDEF721D897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77118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2F4DD-F07C-3379-DD67-B70C06647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1F5363-DF96-5426-591D-7E60C42EFB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46113" y="1787525"/>
            <a:ext cx="8575675" cy="48244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EBF8279-3F0A-C749-9181-4E380E73A5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8AB52D-A57B-5AAD-7F6A-37E4C5C1E4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DAA95-2AEA-4568-9FD7-5FDEF721D897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57174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99B54-6888-4ADC-3F3C-8D6E66ADB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107BB61-2A58-BA5E-B362-84D4ACF4C7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46113" y="1787525"/>
            <a:ext cx="8575675" cy="48244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6BBF63F-DF33-AF0C-4B4F-C49DBD8039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167FD1-31BD-C8C5-57AF-9593E2162A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DAA95-2AEA-4568-9FD7-5FDEF721D897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6402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769EF-E40D-D709-449D-A029F9242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9DE1BB8-7FD9-CCC7-AEA3-FB3325A624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46113" y="1787525"/>
            <a:ext cx="8575675" cy="48244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B5E458B-54E9-89CF-7E20-77B14BF65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C3526F-D71B-3476-CDEF-210AE154E1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DAA95-2AEA-4568-9FD7-5FDEF721D897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22368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B82EE-18E5-8CE9-31DB-43DD24802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D08DFAD-64DE-60AD-3727-222BAC3949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46113" y="1787525"/>
            <a:ext cx="8575675" cy="48244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3B3121E-3A4A-B842-DFDD-2BD74E2ECA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85FFAB-D782-F4E7-B247-9FDAA40FBB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DAA95-2AEA-4568-9FD7-5FDEF721D897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74140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35E0B-43C4-FD69-21EF-0CD9B1CB4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4B34921-BC2E-674E-1F4E-FEA91A5696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46113" y="1787525"/>
            <a:ext cx="8575675" cy="48244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B3F8B01-F754-18D4-2404-6872061A3F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574C09-86E0-DC36-F99F-E42239D7B4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DAA95-2AEA-4568-9FD7-5FDEF721D897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80101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13A29-5203-B609-99B6-8A297FB2F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0D1E4A8-7398-E8C8-97D2-82B32944AF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46113" y="1787525"/>
            <a:ext cx="8575675" cy="48244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F30020-4546-DCAC-FBE4-F040C8DEF2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86C1C0-4A18-AF9E-C701-00EB5F09E1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DAA95-2AEA-4568-9FD7-5FDEF721D897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95284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83C59-69EF-C5A7-805B-E1EFC673E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4A74A4B-16DF-B666-E8D1-6661CD5C45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46113" y="1787525"/>
            <a:ext cx="8575675" cy="48244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9A2608F-7317-0544-AEAD-6B075EC2F6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46EDDF-9F90-8335-7041-59C7F8E0C5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DAA95-2AEA-4568-9FD7-5FDEF721D897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8329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2525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5887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675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2766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1274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7222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3763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2971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1462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89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2068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2715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E19FCC-5267-4D44-B01A-1BF283548DD7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4816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F2219-2A1D-963C-FFA3-A5A5B8440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DE8E12D-3707-B323-BDF0-E42073EC83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9589285"/>
              </p:ext>
            </p:extLst>
          </p:nvPr>
        </p:nvGraphicFramePr>
        <p:xfrm>
          <a:off x="0" y="-63316"/>
          <a:ext cx="11114069" cy="6812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8945">
                  <a:extLst>
                    <a:ext uri="{9D8B030D-6E8A-4147-A177-3AD203B41FA5}">
                      <a16:colId xmlns:a16="http://schemas.microsoft.com/office/drawing/2014/main" val="1432983574"/>
                    </a:ext>
                  </a:extLst>
                </a:gridCol>
                <a:gridCol w="4575124">
                  <a:extLst>
                    <a:ext uri="{9D8B030D-6E8A-4147-A177-3AD203B41FA5}">
                      <a16:colId xmlns:a16="http://schemas.microsoft.com/office/drawing/2014/main" val="3008074637"/>
                    </a:ext>
                  </a:extLst>
                </a:gridCol>
              </a:tblGrid>
              <a:tr h="64155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700" b="1" kern="1200">
                          <a:solidFill>
                            <a:schemeClr val="bg1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사진대지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485425"/>
                  </a:ext>
                </a:extLst>
              </a:tr>
              <a:tr h="582007">
                <a:tc rowSpan="5"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92882" marR="92882" marT="46441" marB="46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설명</a:t>
                      </a:r>
                      <a:r>
                        <a:rPr lang="en-US" altLang="ko-KR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33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说明</a:t>
                      </a:r>
                      <a:endParaRPr lang="en-US" altLang="ko-KR" sz="33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52640"/>
                  </a:ext>
                </a:extLst>
              </a:tr>
              <a:tr h="11461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1</a:t>
                      </a:r>
                      <a:endParaRPr sz="35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895530"/>
                  </a:ext>
                </a:extLst>
              </a:tr>
              <a:tr h="15571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2</a:t>
                      </a:r>
                      <a:endParaRPr sz="35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360056"/>
                  </a:ext>
                </a:extLst>
              </a:tr>
              <a:tr h="13412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3</a:t>
                      </a:r>
                      <a:endParaRPr sz="35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126919"/>
                  </a:ext>
                </a:extLst>
              </a:tr>
              <a:tr h="15155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4</a:t>
                      </a:r>
                      <a:endParaRPr sz="3500" dirty="0"/>
                    </a:p>
                  </a:txBody>
                  <a:tcPr marL="88479" marR="88479" marT="44240" marB="44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484610"/>
                  </a:ext>
                </a:extLst>
              </a:tr>
            </a:tbl>
          </a:graphicData>
        </a:graphic>
      </p:graphicFrame>
      <p:pic>
        <p:nvPicPr>
          <p:cNvPr id="36" name="그림 35">
            <a:extLst>
              <a:ext uri="{FF2B5EF4-FFF2-40B4-BE49-F238E27FC236}">
                <a16:creationId xmlns:a16="http://schemas.microsoft.com/office/drawing/2014/main" id="{FA814C68-B23D-FB5D-55EB-0BECB66D834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1446210"/>
            <a:ext cx="993874" cy="663993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790E166-0AEE-4619-FFB0-5693F1381A9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2793791"/>
            <a:ext cx="993874" cy="66343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ECF872F-F7FC-0A30-4969-D3673A910A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8128" y="5869574"/>
            <a:ext cx="993874" cy="66343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6F65288-214B-0B19-B3E0-174E277482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8128" y="4522551"/>
            <a:ext cx="993874" cy="663435"/>
          </a:xfrm>
          <a:prstGeom prst="rect">
            <a:avLst/>
          </a:prstGeom>
        </p:spPr>
      </p:pic>
      <p:sp>
        <p:nvSpPr>
          <p:cNvPr id="2" name="PHOTO_BOX">
            <a:extLst>
              <a:ext uri="{FF2B5EF4-FFF2-40B4-BE49-F238E27FC236}">
                <a16:creationId xmlns:a16="http://schemas.microsoft.com/office/drawing/2014/main" id="{0216963E-C4F9-251E-DE67-9FF6FB7FD511}"/>
              </a:ext>
            </a:extLst>
          </p:cNvPr>
          <p:cNvSpPr/>
          <p:nvPr/>
        </p:nvSpPr>
        <p:spPr>
          <a:xfrm>
            <a:off x="100584" y="662560"/>
            <a:ext cx="6345936" cy="597598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800" dirty="0"/>
              <a:t>PHOTO_BOX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2734357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3B8A9-9FB5-4FD6-6ADE-FB85D3D8D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B98BEBE-E436-9FD8-8EC9-D92E39ADC9CE}"/>
              </a:ext>
            </a:extLst>
          </p:cNvPr>
          <p:cNvGraphicFramePr>
            <a:graphicFrameLocks noGrp="1"/>
          </p:cNvGraphicFramePr>
          <p:nvPr/>
        </p:nvGraphicFramePr>
        <p:xfrm>
          <a:off x="0" y="-63316"/>
          <a:ext cx="11114069" cy="6812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8945">
                  <a:extLst>
                    <a:ext uri="{9D8B030D-6E8A-4147-A177-3AD203B41FA5}">
                      <a16:colId xmlns:a16="http://schemas.microsoft.com/office/drawing/2014/main" val="1432983574"/>
                    </a:ext>
                  </a:extLst>
                </a:gridCol>
                <a:gridCol w="4575124">
                  <a:extLst>
                    <a:ext uri="{9D8B030D-6E8A-4147-A177-3AD203B41FA5}">
                      <a16:colId xmlns:a16="http://schemas.microsoft.com/office/drawing/2014/main" val="3008074637"/>
                    </a:ext>
                  </a:extLst>
                </a:gridCol>
              </a:tblGrid>
              <a:tr h="64155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700" b="1" kern="1200">
                          <a:solidFill>
                            <a:schemeClr val="bg1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사진대지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485425"/>
                  </a:ext>
                </a:extLst>
              </a:tr>
              <a:tr h="582007">
                <a:tc rowSpan="5"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92882" marR="92882" marT="46441" marB="46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설명</a:t>
                      </a:r>
                      <a:r>
                        <a:rPr lang="en-US" altLang="ko-KR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33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说明</a:t>
                      </a:r>
                      <a:endParaRPr lang="en-US" altLang="ko-KR" sz="33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52640"/>
                  </a:ext>
                </a:extLst>
              </a:tr>
              <a:tr h="11461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1</a:t>
                      </a:r>
                      <a:endParaRPr sz="35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895530"/>
                  </a:ext>
                </a:extLst>
              </a:tr>
              <a:tr h="15571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2</a:t>
                      </a:r>
                      <a:endParaRPr sz="35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360056"/>
                  </a:ext>
                </a:extLst>
              </a:tr>
              <a:tr h="13412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3</a:t>
                      </a:r>
                      <a:endParaRPr sz="35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126919"/>
                  </a:ext>
                </a:extLst>
              </a:tr>
              <a:tr h="15155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4</a:t>
                      </a:r>
                      <a:endParaRPr sz="3500" dirty="0"/>
                    </a:p>
                  </a:txBody>
                  <a:tcPr marL="88479" marR="88479" marT="44240" marB="44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484610"/>
                  </a:ext>
                </a:extLst>
              </a:tr>
            </a:tbl>
          </a:graphicData>
        </a:graphic>
      </p:graphicFrame>
      <p:pic>
        <p:nvPicPr>
          <p:cNvPr id="36" name="그림 35">
            <a:extLst>
              <a:ext uri="{FF2B5EF4-FFF2-40B4-BE49-F238E27FC236}">
                <a16:creationId xmlns:a16="http://schemas.microsoft.com/office/drawing/2014/main" id="{0AB82BD8-C384-8294-A426-240D5B918DF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1446210"/>
            <a:ext cx="993874" cy="663993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935EC740-7FB8-46F8-0D36-8CB6FE7A448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2793791"/>
            <a:ext cx="993874" cy="66343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856BA0E-2E65-A089-660A-0D6C44037F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8128" y="5869574"/>
            <a:ext cx="993874" cy="66343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02AE5B45-7551-C4F8-636A-B28854EC5E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8128" y="4522551"/>
            <a:ext cx="993874" cy="663435"/>
          </a:xfrm>
          <a:prstGeom prst="rect">
            <a:avLst/>
          </a:prstGeom>
        </p:spPr>
      </p:pic>
      <p:sp>
        <p:nvSpPr>
          <p:cNvPr id="2" name="PHOTO_BOX">
            <a:extLst>
              <a:ext uri="{FF2B5EF4-FFF2-40B4-BE49-F238E27FC236}">
                <a16:creationId xmlns:a16="http://schemas.microsoft.com/office/drawing/2014/main" id="{44E916B7-3C88-114D-636D-54E5F01D714B}"/>
              </a:ext>
            </a:extLst>
          </p:cNvPr>
          <p:cNvSpPr/>
          <p:nvPr/>
        </p:nvSpPr>
        <p:spPr>
          <a:xfrm>
            <a:off x="100584" y="662560"/>
            <a:ext cx="6345936" cy="597598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800" dirty="0"/>
              <a:t>PHOTO_BOX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3520089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95BD8-D755-9D76-D5D6-92517EAE2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0014A78-CA01-DF9B-EBD2-EC7CB0AB155D}"/>
              </a:ext>
            </a:extLst>
          </p:cNvPr>
          <p:cNvGraphicFramePr>
            <a:graphicFrameLocks noGrp="1"/>
          </p:cNvGraphicFramePr>
          <p:nvPr/>
        </p:nvGraphicFramePr>
        <p:xfrm>
          <a:off x="0" y="-63316"/>
          <a:ext cx="11114069" cy="6812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8945">
                  <a:extLst>
                    <a:ext uri="{9D8B030D-6E8A-4147-A177-3AD203B41FA5}">
                      <a16:colId xmlns:a16="http://schemas.microsoft.com/office/drawing/2014/main" val="1432983574"/>
                    </a:ext>
                  </a:extLst>
                </a:gridCol>
                <a:gridCol w="4575124">
                  <a:extLst>
                    <a:ext uri="{9D8B030D-6E8A-4147-A177-3AD203B41FA5}">
                      <a16:colId xmlns:a16="http://schemas.microsoft.com/office/drawing/2014/main" val="3008074637"/>
                    </a:ext>
                  </a:extLst>
                </a:gridCol>
              </a:tblGrid>
              <a:tr h="64155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700" b="1" kern="1200">
                          <a:solidFill>
                            <a:schemeClr val="bg1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사진대지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485425"/>
                  </a:ext>
                </a:extLst>
              </a:tr>
              <a:tr h="582007">
                <a:tc rowSpan="5"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92882" marR="92882" marT="46441" marB="46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설명</a:t>
                      </a:r>
                      <a:r>
                        <a:rPr lang="en-US" altLang="ko-KR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33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说明</a:t>
                      </a:r>
                      <a:endParaRPr lang="en-US" altLang="ko-KR" sz="33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52640"/>
                  </a:ext>
                </a:extLst>
              </a:tr>
              <a:tr h="11461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1</a:t>
                      </a:r>
                      <a:endParaRPr sz="35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895530"/>
                  </a:ext>
                </a:extLst>
              </a:tr>
              <a:tr h="15571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2</a:t>
                      </a:r>
                      <a:endParaRPr sz="35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360056"/>
                  </a:ext>
                </a:extLst>
              </a:tr>
              <a:tr h="13412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3</a:t>
                      </a:r>
                      <a:endParaRPr sz="35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126919"/>
                  </a:ext>
                </a:extLst>
              </a:tr>
              <a:tr h="15155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4</a:t>
                      </a:r>
                      <a:endParaRPr sz="3500" dirty="0"/>
                    </a:p>
                  </a:txBody>
                  <a:tcPr marL="88479" marR="88479" marT="44240" marB="44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484610"/>
                  </a:ext>
                </a:extLst>
              </a:tr>
            </a:tbl>
          </a:graphicData>
        </a:graphic>
      </p:graphicFrame>
      <p:pic>
        <p:nvPicPr>
          <p:cNvPr id="36" name="그림 35">
            <a:extLst>
              <a:ext uri="{FF2B5EF4-FFF2-40B4-BE49-F238E27FC236}">
                <a16:creationId xmlns:a16="http://schemas.microsoft.com/office/drawing/2014/main" id="{09916814-370B-7C2A-7FCB-F495040A086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1446210"/>
            <a:ext cx="993874" cy="663993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1442D756-B965-F761-7E82-1C8B4499B6D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2793791"/>
            <a:ext cx="993874" cy="66343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ED05FE9-70B1-59EB-D38C-D0426B1654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8128" y="5869574"/>
            <a:ext cx="993874" cy="66343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AFC1765-6C43-EDAF-B1F5-16C67401C4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8128" y="4522551"/>
            <a:ext cx="993874" cy="663435"/>
          </a:xfrm>
          <a:prstGeom prst="rect">
            <a:avLst/>
          </a:prstGeom>
        </p:spPr>
      </p:pic>
      <p:sp>
        <p:nvSpPr>
          <p:cNvPr id="2" name="PHOTO_BOX">
            <a:extLst>
              <a:ext uri="{FF2B5EF4-FFF2-40B4-BE49-F238E27FC236}">
                <a16:creationId xmlns:a16="http://schemas.microsoft.com/office/drawing/2014/main" id="{D36969FB-6DCB-1AFA-2B21-A87EDFE89813}"/>
              </a:ext>
            </a:extLst>
          </p:cNvPr>
          <p:cNvSpPr/>
          <p:nvPr/>
        </p:nvSpPr>
        <p:spPr>
          <a:xfrm>
            <a:off x="100584" y="662560"/>
            <a:ext cx="6345936" cy="597598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800" dirty="0"/>
              <a:t>PHOTO_BOX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3207448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EAAFB-45A4-C74B-49BA-C50B7C683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78004C6-7E48-922A-8DE3-FFE6164D4E5D}"/>
              </a:ext>
            </a:extLst>
          </p:cNvPr>
          <p:cNvGraphicFramePr>
            <a:graphicFrameLocks noGrp="1"/>
          </p:cNvGraphicFramePr>
          <p:nvPr/>
        </p:nvGraphicFramePr>
        <p:xfrm>
          <a:off x="0" y="-63316"/>
          <a:ext cx="11114069" cy="6812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8945">
                  <a:extLst>
                    <a:ext uri="{9D8B030D-6E8A-4147-A177-3AD203B41FA5}">
                      <a16:colId xmlns:a16="http://schemas.microsoft.com/office/drawing/2014/main" val="1432983574"/>
                    </a:ext>
                  </a:extLst>
                </a:gridCol>
                <a:gridCol w="4575124">
                  <a:extLst>
                    <a:ext uri="{9D8B030D-6E8A-4147-A177-3AD203B41FA5}">
                      <a16:colId xmlns:a16="http://schemas.microsoft.com/office/drawing/2014/main" val="3008074637"/>
                    </a:ext>
                  </a:extLst>
                </a:gridCol>
              </a:tblGrid>
              <a:tr h="64155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700" b="1" kern="1200">
                          <a:solidFill>
                            <a:schemeClr val="bg1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사진대지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485425"/>
                  </a:ext>
                </a:extLst>
              </a:tr>
              <a:tr h="582007">
                <a:tc rowSpan="5"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92882" marR="92882" marT="46441" marB="46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설명</a:t>
                      </a:r>
                      <a:r>
                        <a:rPr lang="en-US" altLang="ko-KR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33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说明</a:t>
                      </a:r>
                      <a:endParaRPr lang="en-US" altLang="ko-KR" sz="33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52640"/>
                  </a:ext>
                </a:extLst>
              </a:tr>
              <a:tr h="11461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1</a:t>
                      </a:r>
                      <a:endParaRPr sz="35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895530"/>
                  </a:ext>
                </a:extLst>
              </a:tr>
              <a:tr h="15571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2</a:t>
                      </a:r>
                      <a:endParaRPr sz="35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360056"/>
                  </a:ext>
                </a:extLst>
              </a:tr>
              <a:tr h="13412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3</a:t>
                      </a:r>
                      <a:endParaRPr sz="35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126919"/>
                  </a:ext>
                </a:extLst>
              </a:tr>
              <a:tr h="15155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4</a:t>
                      </a:r>
                      <a:endParaRPr sz="3500" dirty="0"/>
                    </a:p>
                  </a:txBody>
                  <a:tcPr marL="88479" marR="88479" marT="44240" marB="44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484610"/>
                  </a:ext>
                </a:extLst>
              </a:tr>
            </a:tbl>
          </a:graphicData>
        </a:graphic>
      </p:graphicFrame>
      <p:pic>
        <p:nvPicPr>
          <p:cNvPr id="36" name="그림 35">
            <a:extLst>
              <a:ext uri="{FF2B5EF4-FFF2-40B4-BE49-F238E27FC236}">
                <a16:creationId xmlns:a16="http://schemas.microsoft.com/office/drawing/2014/main" id="{164D2C01-EC9F-6734-56F6-523FA30D512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1446210"/>
            <a:ext cx="993874" cy="663993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5B5531F7-3E69-63B6-403C-DCAC490E670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2793791"/>
            <a:ext cx="993874" cy="66343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046C78D-CA0A-7EAE-BA9F-2FA7C20331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8128" y="5869574"/>
            <a:ext cx="993874" cy="66343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CDA3DFFE-1EF6-24D7-C628-02D482149A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8128" y="4522551"/>
            <a:ext cx="993874" cy="663435"/>
          </a:xfrm>
          <a:prstGeom prst="rect">
            <a:avLst/>
          </a:prstGeom>
        </p:spPr>
      </p:pic>
      <p:sp>
        <p:nvSpPr>
          <p:cNvPr id="2" name="PHOTO_BOX">
            <a:extLst>
              <a:ext uri="{FF2B5EF4-FFF2-40B4-BE49-F238E27FC236}">
                <a16:creationId xmlns:a16="http://schemas.microsoft.com/office/drawing/2014/main" id="{E97448EA-9F3A-92EC-EAE2-A5B80488FA1E}"/>
              </a:ext>
            </a:extLst>
          </p:cNvPr>
          <p:cNvSpPr/>
          <p:nvPr/>
        </p:nvSpPr>
        <p:spPr>
          <a:xfrm>
            <a:off x="100584" y="662560"/>
            <a:ext cx="6345936" cy="597598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800" dirty="0"/>
              <a:t>PHOTO_BOX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258662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74A04-C6EF-198A-551F-68946E663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069964A-BE1F-76F4-1D81-02ADF5351FBC}"/>
              </a:ext>
            </a:extLst>
          </p:cNvPr>
          <p:cNvGraphicFramePr>
            <a:graphicFrameLocks noGrp="1"/>
          </p:cNvGraphicFramePr>
          <p:nvPr/>
        </p:nvGraphicFramePr>
        <p:xfrm>
          <a:off x="0" y="-63316"/>
          <a:ext cx="11114069" cy="6812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8945">
                  <a:extLst>
                    <a:ext uri="{9D8B030D-6E8A-4147-A177-3AD203B41FA5}">
                      <a16:colId xmlns:a16="http://schemas.microsoft.com/office/drawing/2014/main" val="1432983574"/>
                    </a:ext>
                  </a:extLst>
                </a:gridCol>
                <a:gridCol w="4575124">
                  <a:extLst>
                    <a:ext uri="{9D8B030D-6E8A-4147-A177-3AD203B41FA5}">
                      <a16:colId xmlns:a16="http://schemas.microsoft.com/office/drawing/2014/main" val="3008074637"/>
                    </a:ext>
                  </a:extLst>
                </a:gridCol>
              </a:tblGrid>
              <a:tr h="64155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700" b="1" kern="1200">
                          <a:solidFill>
                            <a:schemeClr val="bg1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사진대지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485425"/>
                  </a:ext>
                </a:extLst>
              </a:tr>
              <a:tr h="582007">
                <a:tc rowSpan="5"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92882" marR="92882" marT="46441" marB="46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설명</a:t>
                      </a:r>
                      <a:r>
                        <a:rPr lang="en-US" altLang="ko-KR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33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说明</a:t>
                      </a:r>
                      <a:endParaRPr lang="en-US" altLang="ko-KR" sz="33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52640"/>
                  </a:ext>
                </a:extLst>
              </a:tr>
              <a:tr h="11461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1</a:t>
                      </a:r>
                      <a:endParaRPr sz="35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895530"/>
                  </a:ext>
                </a:extLst>
              </a:tr>
              <a:tr h="15571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2</a:t>
                      </a:r>
                      <a:endParaRPr sz="35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360056"/>
                  </a:ext>
                </a:extLst>
              </a:tr>
              <a:tr h="13412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3</a:t>
                      </a:r>
                      <a:endParaRPr sz="35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126919"/>
                  </a:ext>
                </a:extLst>
              </a:tr>
              <a:tr h="15155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4</a:t>
                      </a:r>
                      <a:endParaRPr sz="3500" dirty="0"/>
                    </a:p>
                  </a:txBody>
                  <a:tcPr marL="88479" marR="88479" marT="44240" marB="44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484610"/>
                  </a:ext>
                </a:extLst>
              </a:tr>
            </a:tbl>
          </a:graphicData>
        </a:graphic>
      </p:graphicFrame>
      <p:pic>
        <p:nvPicPr>
          <p:cNvPr id="36" name="그림 35">
            <a:extLst>
              <a:ext uri="{FF2B5EF4-FFF2-40B4-BE49-F238E27FC236}">
                <a16:creationId xmlns:a16="http://schemas.microsoft.com/office/drawing/2014/main" id="{797F946B-17CC-F19D-CB00-3943B0C95F8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1446210"/>
            <a:ext cx="993874" cy="663993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5322FFBE-493C-5018-52E2-E9FEE8D4D21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2793791"/>
            <a:ext cx="993874" cy="66343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3980C22-BFB1-E2BD-20B3-C9E75B6E74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8128" y="5869574"/>
            <a:ext cx="993874" cy="66343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48B365F-FBB4-208F-9697-998D071646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8128" y="4522551"/>
            <a:ext cx="993874" cy="663435"/>
          </a:xfrm>
          <a:prstGeom prst="rect">
            <a:avLst/>
          </a:prstGeom>
        </p:spPr>
      </p:pic>
      <p:sp>
        <p:nvSpPr>
          <p:cNvPr id="2" name="PHOTO_BOX">
            <a:extLst>
              <a:ext uri="{FF2B5EF4-FFF2-40B4-BE49-F238E27FC236}">
                <a16:creationId xmlns:a16="http://schemas.microsoft.com/office/drawing/2014/main" id="{780A253D-9986-ABE4-FFD0-3D7435D621A3}"/>
              </a:ext>
            </a:extLst>
          </p:cNvPr>
          <p:cNvSpPr/>
          <p:nvPr/>
        </p:nvSpPr>
        <p:spPr>
          <a:xfrm>
            <a:off x="100584" y="662560"/>
            <a:ext cx="6345936" cy="597598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800" dirty="0"/>
              <a:t>PHOTO_BOX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4232121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E65F1-97F8-0A39-AD6A-0669013A2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33391C10-4B7D-7F2F-C958-D0E610210E22}"/>
              </a:ext>
            </a:extLst>
          </p:cNvPr>
          <p:cNvGraphicFramePr>
            <a:graphicFrameLocks noGrp="1"/>
          </p:cNvGraphicFramePr>
          <p:nvPr/>
        </p:nvGraphicFramePr>
        <p:xfrm>
          <a:off x="0" y="-63316"/>
          <a:ext cx="11114069" cy="6812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8945">
                  <a:extLst>
                    <a:ext uri="{9D8B030D-6E8A-4147-A177-3AD203B41FA5}">
                      <a16:colId xmlns:a16="http://schemas.microsoft.com/office/drawing/2014/main" val="1432983574"/>
                    </a:ext>
                  </a:extLst>
                </a:gridCol>
                <a:gridCol w="4575124">
                  <a:extLst>
                    <a:ext uri="{9D8B030D-6E8A-4147-A177-3AD203B41FA5}">
                      <a16:colId xmlns:a16="http://schemas.microsoft.com/office/drawing/2014/main" val="3008074637"/>
                    </a:ext>
                  </a:extLst>
                </a:gridCol>
              </a:tblGrid>
              <a:tr h="64155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700" b="1" kern="1200">
                          <a:solidFill>
                            <a:schemeClr val="bg1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사진대지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485425"/>
                  </a:ext>
                </a:extLst>
              </a:tr>
              <a:tr h="582007">
                <a:tc rowSpan="5"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92882" marR="92882" marT="46441" marB="46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설명</a:t>
                      </a:r>
                      <a:r>
                        <a:rPr lang="en-US" altLang="ko-KR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33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说明</a:t>
                      </a:r>
                      <a:endParaRPr lang="en-US" altLang="ko-KR" sz="33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52640"/>
                  </a:ext>
                </a:extLst>
              </a:tr>
              <a:tr h="11461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1</a:t>
                      </a:r>
                      <a:endParaRPr sz="35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895530"/>
                  </a:ext>
                </a:extLst>
              </a:tr>
              <a:tr h="15571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2</a:t>
                      </a:r>
                      <a:endParaRPr sz="35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360056"/>
                  </a:ext>
                </a:extLst>
              </a:tr>
              <a:tr h="13412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3</a:t>
                      </a:r>
                      <a:endParaRPr sz="35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126919"/>
                  </a:ext>
                </a:extLst>
              </a:tr>
              <a:tr h="15155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4</a:t>
                      </a:r>
                      <a:endParaRPr sz="3500" dirty="0"/>
                    </a:p>
                  </a:txBody>
                  <a:tcPr marL="88479" marR="88479" marT="44240" marB="44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484610"/>
                  </a:ext>
                </a:extLst>
              </a:tr>
            </a:tbl>
          </a:graphicData>
        </a:graphic>
      </p:graphicFrame>
      <p:pic>
        <p:nvPicPr>
          <p:cNvPr id="36" name="그림 35">
            <a:extLst>
              <a:ext uri="{FF2B5EF4-FFF2-40B4-BE49-F238E27FC236}">
                <a16:creationId xmlns:a16="http://schemas.microsoft.com/office/drawing/2014/main" id="{1F0CB736-5EBB-271D-F93F-69F8CAEA7BF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1446210"/>
            <a:ext cx="993874" cy="663993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A7F98F3D-C086-12F2-3CD4-568266DA284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2793791"/>
            <a:ext cx="993874" cy="66343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03D34C6-7020-1CC2-2FD9-12ADE470E1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8128" y="5869574"/>
            <a:ext cx="993874" cy="66343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C9CD448-FC3F-AC97-D023-A201E49529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8128" y="4522551"/>
            <a:ext cx="993874" cy="663435"/>
          </a:xfrm>
          <a:prstGeom prst="rect">
            <a:avLst/>
          </a:prstGeom>
        </p:spPr>
      </p:pic>
      <p:sp>
        <p:nvSpPr>
          <p:cNvPr id="2" name="PHOTO_BOX">
            <a:extLst>
              <a:ext uri="{FF2B5EF4-FFF2-40B4-BE49-F238E27FC236}">
                <a16:creationId xmlns:a16="http://schemas.microsoft.com/office/drawing/2014/main" id="{AA95D657-644D-52C6-4B40-FFBA6B536E3E}"/>
              </a:ext>
            </a:extLst>
          </p:cNvPr>
          <p:cNvSpPr/>
          <p:nvPr/>
        </p:nvSpPr>
        <p:spPr>
          <a:xfrm>
            <a:off x="100584" y="662560"/>
            <a:ext cx="6345936" cy="597598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800" dirty="0"/>
              <a:t>PHOTO_BOX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308744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590E9-5E01-096C-ED90-B4F4DAF82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B43A716-16C8-E1B0-B4A4-F7C2B27E0A8F}"/>
              </a:ext>
            </a:extLst>
          </p:cNvPr>
          <p:cNvGraphicFramePr>
            <a:graphicFrameLocks noGrp="1"/>
          </p:cNvGraphicFramePr>
          <p:nvPr/>
        </p:nvGraphicFramePr>
        <p:xfrm>
          <a:off x="0" y="-63316"/>
          <a:ext cx="11114069" cy="6812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8945">
                  <a:extLst>
                    <a:ext uri="{9D8B030D-6E8A-4147-A177-3AD203B41FA5}">
                      <a16:colId xmlns:a16="http://schemas.microsoft.com/office/drawing/2014/main" val="1432983574"/>
                    </a:ext>
                  </a:extLst>
                </a:gridCol>
                <a:gridCol w="4575124">
                  <a:extLst>
                    <a:ext uri="{9D8B030D-6E8A-4147-A177-3AD203B41FA5}">
                      <a16:colId xmlns:a16="http://schemas.microsoft.com/office/drawing/2014/main" val="3008074637"/>
                    </a:ext>
                  </a:extLst>
                </a:gridCol>
              </a:tblGrid>
              <a:tr h="64155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700" b="1" kern="1200">
                          <a:solidFill>
                            <a:schemeClr val="bg1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사진대지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485425"/>
                  </a:ext>
                </a:extLst>
              </a:tr>
              <a:tr h="582007">
                <a:tc rowSpan="5"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92882" marR="92882" marT="46441" marB="46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설명</a:t>
                      </a:r>
                      <a:r>
                        <a:rPr lang="en-US" altLang="ko-KR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33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说明</a:t>
                      </a:r>
                      <a:endParaRPr lang="en-US" altLang="ko-KR" sz="33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52640"/>
                  </a:ext>
                </a:extLst>
              </a:tr>
              <a:tr h="11461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1</a:t>
                      </a:r>
                      <a:endParaRPr sz="35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895530"/>
                  </a:ext>
                </a:extLst>
              </a:tr>
              <a:tr h="15571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2</a:t>
                      </a:r>
                      <a:endParaRPr sz="35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360056"/>
                  </a:ext>
                </a:extLst>
              </a:tr>
              <a:tr h="13412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3</a:t>
                      </a:r>
                      <a:endParaRPr sz="35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126919"/>
                  </a:ext>
                </a:extLst>
              </a:tr>
              <a:tr h="15155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4</a:t>
                      </a:r>
                      <a:endParaRPr sz="3500" dirty="0"/>
                    </a:p>
                  </a:txBody>
                  <a:tcPr marL="88479" marR="88479" marT="44240" marB="44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484610"/>
                  </a:ext>
                </a:extLst>
              </a:tr>
            </a:tbl>
          </a:graphicData>
        </a:graphic>
      </p:graphicFrame>
      <p:pic>
        <p:nvPicPr>
          <p:cNvPr id="36" name="그림 35">
            <a:extLst>
              <a:ext uri="{FF2B5EF4-FFF2-40B4-BE49-F238E27FC236}">
                <a16:creationId xmlns:a16="http://schemas.microsoft.com/office/drawing/2014/main" id="{6B94800C-2FB2-4394-41D6-202E7CE5C3A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1446210"/>
            <a:ext cx="993874" cy="663993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B650B2E3-818B-D835-63C8-2828088C94F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2793791"/>
            <a:ext cx="993874" cy="66343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8D37BB7-13DC-734F-6C89-988C63551B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8128" y="5869574"/>
            <a:ext cx="993874" cy="66343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1A8A3ED0-4920-EF34-1318-E5D0903FDF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8128" y="4522551"/>
            <a:ext cx="993874" cy="663435"/>
          </a:xfrm>
          <a:prstGeom prst="rect">
            <a:avLst/>
          </a:prstGeom>
        </p:spPr>
      </p:pic>
      <p:sp>
        <p:nvSpPr>
          <p:cNvPr id="2" name="PHOTO_BOX">
            <a:extLst>
              <a:ext uri="{FF2B5EF4-FFF2-40B4-BE49-F238E27FC236}">
                <a16:creationId xmlns:a16="http://schemas.microsoft.com/office/drawing/2014/main" id="{A1BE8600-332C-A9FF-AE76-D935740C98CB}"/>
              </a:ext>
            </a:extLst>
          </p:cNvPr>
          <p:cNvSpPr/>
          <p:nvPr/>
        </p:nvSpPr>
        <p:spPr>
          <a:xfrm>
            <a:off x="100584" y="662560"/>
            <a:ext cx="6345936" cy="597598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800" dirty="0"/>
              <a:t>PHOTO_BOX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2996722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A3528-34B9-905F-F840-1BC574AF6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43F4DA0-9892-88EF-3CA0-5E11C896903F}"/>
              </a:ext>
            </a:extLst>
          </p:cNvPr>
          <p:cNvGraphicFramePr>
            <a:graphicFrameLocks noGrp="1"/>
          </p:cNvGraphicFramePr>
          <p:nvPr/>
        </p:nvGraphicFramePr>
        <p:xfrm>
          <a:off x="0" y="-63316"/>
          <a:ext cx="11114069" cy="6812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8945">
                  <a:extLst>
                    <a:ext uri="{9D8B030D-6E8A-4147-A177-3AD203B41FA5}">
                      <a16:colId xmlns:a16="http://schemas.microsoft.com/office/drawing/2014/main" val="1432983574"/>
                    </a:ext>
                  </a:extLst>
                </a:gridCol>
                <a:gridCol w="4575124">
                  <a:extLst>
                    <a:ext uri="{9D8B030D-6E8A-4147-A177-3AD203B41FA5}">
                      <a16:colId xmlns:a16="http://schemas.microsoft.com/office/drawing/2014/main" val="3008074637"/>
                    </a:ext>
                  </a:extLst>
                </a:gridCol>
              </a:tblGrid>
              <a:tr h="64155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700" b="1" kern="1200">
                          <a:solidFill>
                            <a:schemeClr val="bg1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사진대지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485425"/>
                  </a:ext>
                </a:extLst>
              </a:tr>
              <a:tr h="582007">
                <a:tc rowSpan="5"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92882" marR="92882" marT="46441" marB="46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설명</a:t>
                      </a:r>
                      <a:r>
                        <a:rPr lang="en-US" altLang="ko-KR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33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说明</a:t>
                      </a:r>
                      <a:endParaRPr lang="en-US" altLang="ko-KR" sz="33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52640"/>
                  </a:ext>
                </a:extLst>
              </a:tr>
              <a:tr h="11461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1</a:t>
                      </a:r>
                      <a:endParaRPr sz="35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895530"/>
                  </a:ext>
                </a:extLst>
              </a:tr>
              <a:tr h="15571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2</a:t>
                      </a:r>
                      <a:endParaRPr sz="35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360056"/>
                  </a:ext>
                </a:extLst>
              </a:tr>
              <a:tr h="13412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3</a:t>
                      </a:r>
                      <a:endParaRPr sz="35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126919"/>
                  </a:ext>
                </a:extLst>
              </a:tr>
              <a:tr h="15155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4</a:t>
                      </a:r>
                      <a:endParaRPr sz="3500" dirty="0"/>
                    </a:p>
                  </a:txBody>
                  <a:tcPr marL="88479" marR="88479" marT="44240" marB="44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484610"/>
                  </a:ext>
                </a:extLst>
              </a:tr>
            </a:tbl>
          </a:graphicData>
        </a:graphic>
      </p:graphicFrame>
      <p:pic>
        <p:nvPicPr>
          <p:cNvPr id="36" name="그림 35">
            <a:extLst>
              <a:ext uri="{FF2B5EF4-FFF2-40B4-BE49-F238E27FC236}">
                <a16:creationId xmlns:a16="http://schemas.microsoft.com/office/drawing/2014/main" id="{50799FD6-1C48-1855-2A82-FFB0685C9B2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1446210"/>
            <a:ext cx="993874" cy="663993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0465D446-A412-11AD-0C0D-11711ECD93B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2793791"/>
            <a:ext cx="993874" cy="66343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ECA1780-C4CF-40FB-1794-52D75780D5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8128" y="5869574"/>
            <a:ext cx="993874" cy="66343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40774AA-F326-F1EA-4AC9-E7ED5ABD46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8128" y="4522551"/>
            <a:ext cx="993874" cy="663435"/>
          </a:xfrm>
          <a:prstGeom prst="rect">
            <a:avLst/>
          </a:prstGeom>
        </p:spPr>
      </p:pic>
      <p:sp>
        <p:nvSpPr>
          <p:cNvPr id="2" name="PHOTO_BOX">
            <a:extLst>
              <a:ext uri="{FF2B5EF4-FFF2-40B4-BE49-F238E27FC236}">
                <a16:creationId xmlns:a16="http://schemas.microsoft.com/office/drawing/2014/main" id="{C6FABC5C-4A6E-4353-7BE7-B6196248040C}"/>
              </a:ext>
            </a:extLst>
          </p:cNvPr>
          <p:cNvSpPr/>
          <p:nvPr/>
        </p:nvSpPr>
        <p:spPr>
          <a:xfrm>
            <a:off x="100584" y="662560"/>
            <a:ext cx="6345936" cy="597598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800" dirty="0"/>
              <a:t>PHOTO_BOX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3930627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9902B-1F38-63F2-2B9E-CF5B92496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54277EC-4209-04D3-800B-4C2BD0213A29}"/>
              </a:ext>
            </a:extLst>
          </p:cNvPr>
          <p:cNvGraphicFramePr>
            <a:graphicFrameLocks noGrp="1"/>
          </p:cNvGraphicFramePr>
          <p:nvPr/>
        </p:nvGraphicFramePr>
        <p:xfrm>
          <a:off x="0" y="-63316"/>
          <a:ext cx="11114069" cy="6812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8945">
                  <a:extLst>
                    <a:ext uri="{9D8B030D-6E8A-4147-A177-3AD203B41FA5}">
                      <a16:colId xmlns:a16="http://schemas.microsoft.com/office/drawing/2014/main" val="1432983574"/>
                    </a:ext>
                  </a:extLst>
                </a:gridCol>
                <a:gridCol w="4575124">
                  <a:extLst>
                    <a:ext uri="{9D8B030D-6E8A-4147-A177-3AD203B41FA5}">
                      <a16:colId xmlns:a16="http://schemas.microsoft.com/office/drawing/2014/main" val="3008074637"/>
                    </a:ext>
                  </a:extLst>
                </a:gridCol>
              </a:tblGrid>
              <a:tr h="64155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700" b="1" kern="1200">
                          <a:solidFill>
                            <a:schemeClr val="bg1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사진대지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485425"/>
                  </a:ext>
                </a:extLst>
              </a:tr>
              <a:tr h="582007">
                <a:tc rowSpan="5"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92882" marR="92882" marT="46441" marB="46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설명</a:t>
                      </a:r>
                      <a:r>
                        <a:rPr lang="en-US" altLang="ko-KR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33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说明</a:t>
                      </a:r>
                      <a:endParaRPr lang="en-US" altLang="ko-KR" sz="33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52640"/>
                  </a:ext>
                </a:extLst>
              </a:tr>
              <a:tr h="11461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1</a:t>
                      </a:r>
                      <a:endParaRPr sz="35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895530"/>
                  </a:ext>
                </a:extLst>
              </a:tr>
              <a:tr h="15571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2</a:t>
                      </a:r>
                      <a:endParaRPr sz="35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360056"/>
                  </a:ext>
                </a:extLst>
              </a:tr>
              <a:tr h="13412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3</a:t>
                      </a:r>
                      <a:endParaRPr sz="35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126919"/>
                  </a:ext>
                </a:extLst>
              </a:tr>
              <a:tr h="15155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4</a:t>
                      </a:r>
                      <a:endParaRPr sz="3500" dirty="0"/>
                    </a:p>
                  </a:txBody>
                  <a:tcPr marL="88479" marR="88479" marT="44240" marB="44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484610"/>
                  </a:ext>
                </a:extLst>
              </a:tr>
            </a:tbl>
          </a:graphicData>
        </a:graphic>
      </p:graphicFrame>
      <p:pic>
        <p:nvPicPr>
          <p:cNvPr id="36" name="그림 35">
            <a:extLst>
              <a:ext uri="{FF2B5EF4-FFF2-40B4-BE49-F238E27FC236}">
                <a16:creationId xmlns:a16="http://schemas.microsoft.com/office/drawing/2014/main" id="{3D84B515-A9CC-3A4A-E92C-D0B6469A636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1446210"/>
            <a:ext cx="993874" cy="663993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C0257DA8-A297-EF4E-5384-16BF7DFE498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2793791"/>
            <a:ext cx="993874" cy="66343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F5B6E53-4D04-9534-BD21-B39E8DB65B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8128" y="5869574"/>
            <a:ext cx="993874" cy="66343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BFFE621-6063-E061-9D86-0EBD17817C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8128" y="4522551"/>
            <a:ext cx="993874" cy="663435"/>
          </a:xfrm>
          <a:prstGeom prst="rect">
            <a:avLst/>
          </a:prstGeom>
        </p:spPr>
      </p:pic>
      <p:sp>
        <p:nvSpPr>
          <p:cNvPr id="2" name="PHOTO_BOX">
            <a:extLst>
              <a:ext uri="{FF2B5EF4-FFF2-40B4-BE49-F238E27FC236}">
                <a16:creationId xmlns:a16="http://schemas.microsoft.com/office/drawing/2014/main" id="{73E0960A-2600-E6A7-A98B-02EE3FACCCC9}"/>
              </a:ext>
            </a:extLst>
          </p:cNvPr>
          <p:cNvSpPr/>
          <p:nvPr/>
        </p:nvSpPr>
        <p:spPr>
          <a:xfrm>
            <a:off x="100584" y="662560"/>
            <a:ext cx="6345936" cy="597598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800" dirty="0"/>
              <a:t>PHOTO_BOX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2469283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75ABD-7500-959E-AFD5-D39E1C14B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C6E57CC-085F-A3A5-6794-E3C3EA010EF1}"/>
              </a:ext>
            </a:extLst>
          </p:cNvPr>
          <p:cNvGraphicFramePr>
            <a:graphicFrameLocks noGrp="1"/>
          </p:cNvGraphicFramePr>
          <p:nvPr/>
        </p:nvGraphicFramePr>
        <p:xfrm>
          <a:off x="0" y="-63316"/>
          <a:ext cx="11114069" cy="6812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8945">
                  <a:extLst>
                    <a:ext uri="{9D8B030D-6E8A-4147-A177-3AD203B41FA5}">
                      <a16:colId xmlns:a16="http://schemas.microsoft.com/office/drawing/2014/main" val="1432983574"/>
                    </a:ext>
                  </a:extLst>
                </a:gridCol>
                <a:gridCol w="4575124">
                  <a:extLst>
                    <a:ext uri="{9D8B030D-6E8A-4147-A177-3AD203B41FA5}">
                      <a16:colId xmlns:a16="http://schemas.microsoft.com/office/drawing/2014/main" val="3008074637"/>
                    </a:ext>
                  </a:extLst>
                </a:gridCol>
              </a:tblGrid>
              <a:tr h="64155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700" b="1" kern="1200">
                          <a:solidFill>
                            <a:schemeClr val="bg1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사진대지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485425"/>
                  </a:ext>
                </a:extLst>
              </a:tr>
              <a:tr h="582007">
                <a:tc rowSpan="5"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92882" marR="92882" marT="46441" marB="46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설명</a:t>
                      </a:r>
                      <a:r>
                        <a:rPr lang="en-US" altLang="ko-KR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33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说明</a:t>
                      </a:r>
                      <a:endParaRPr lang="en-US" altLang="ko-KR" sz="33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52640"/>
                  </a:ext>
                </a:extLst>
              </a:tr>
              <a:tr h="11461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1</a:t>
                      </a:r>
                      <a:endParaRPr sz="35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895530"/>
                  </a:ext>
                </a:extLst>
              </a:tr>
              <a:tr h="15571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2</a:t>
                      </a:r>
                      <a:endParaRPr sz="35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360056"/>
                  </a:ext>
                </a:extLst>
              </a:tr>
              <a:tr h="13412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3</a:t>
                      </a:r>
                      <a:endParaRPr sz="35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126919"/>
                  </a:ext>
                </a:extLst>
              </a:tr>
              <a:tr h="15155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4</a:t>
                      </a:r>
                      <a:endParaRPr sz="3500" dirty="0"/>
                    </a:p>
                  </a:txBody>
                  <a:tcPr marL="88479" marR="88479" marT="44240" marB="44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484610"/>
                  </a:ext>
                </a:extLst>
              </a:tr>
            </a:tbl>
          </a:graphicData>
        </a:graphic>
      </p:graphicFrame>
      <p:pic>
        <p:nvPicPr>
          <p:cNvPr id="36" name="그림 35">
            <a:extLst>
              <a:ext uri="{FF2B5EF4-FFF2-40B4-BE49-F238E27FC236}">
                <a16:creationId xmlns:a16="http://schemas.microsoft.com/office/drawing/2014/main" id="{2598AAA8-3C47-5D37-D77A-6FA64D18E0C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1446210"/>
            <a:ext cx="993874" cy="663993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E56D3E1C-0D20-7721-FB6B-28DBB55D1B4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2793791"/>
            <a:ext cx="993874" cy="66343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180574C-D02D-8A28-2206-E43D5FDEAC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8128" y="5869574"/>
            <a:ext cx="993874" cy="66343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26A7A35-EE10-9FA3-47F1-73A7C44A94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8128" y="4522551"/>
            <a:ext cx="993874" cy="663435"/>
          </a:xfrm>
          <a:prstGeom prst="rect">
            <a:avLst/>
          </a:prstGeom>
        </p:spPr>
      </p:pic>
      <p:sp>
        <p:nvSpPr>
          <p:cNvPr id="2" name="PHOTO_BOX">
            <a:extLst>
              <a:ext uri="{FF2B5EF4-FFF2-40B4-BE49-F238E27FC236}">
                <a16:creationId xmlns:a16="http://schemas.microsoft.com/office/drawing/2014/main" id="{7C4B71F1-4616-211A-7612-84354AD2DC5A}"/>
              </a:ext>
            </a:extLst>
          </p:cNvPr>
          <p:cNvSpPr/>
          <p:nvPr/>
        </p:nvSpPr>
        <p:spPr>
          <a:xfrm>
            <a:off x="100584" y="662560"/>
            <a:ext cx="6345936" cy="597598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800" dirty="0"/>
              <a:t>PHOTO_BOX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11731347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15C5D-CC90-16D5-43D7-3B51E7D5A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1ECB105-B40D-5F7C-8B25-C5CAA71C9B67}"/>
              </a:ext>
            </a:extLst>
          </p:cNvPr>
          <p:cNvGraphicFramePr>
            <a:graphicFrameLocks noGrp="1"/>
          </p:cNvGraphicFramePr>
          <p:nvPr/>
        </p:nvGraphicFramePr>
        <p:xfrm>
          <a:off x="0" y="-63316"/>
          <a:ext cx="11114069" cy="6812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8945">
                  <a:extLst>
                    <a:ext uri="{9D8B030D-6E8A-4147-A177-3AD203B41FA5}">
                      <a16:colId xmlns:a16="http://schemas.microsoft.com/office/drawing/2014/main" val="1432983574"/>
                    </a:ext>
                  </a:extLst>
                </a:gridCol>
                <a:gridCol w="4575124">
                  <a:extLst>
                    <a:ext uri="{9D8B030D-6E8A-4147-A177-3AD203B41FA5}">
                      <a16:colId xmlns:a16="http://schemas.microsoft.com/office/drawing/2014/main" val="3008074637"/>
                    </a:ext>
                  </a:extLst>
                </a:gridCol>
              </a:tblGrid>
              <a:tr h="64155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700" b="1" kern="1200">
                          <a:solidFill>
                            <a:schemeClr val="bg1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사진대지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485425"/>
                  </a:ext>
                </a:extLst>
              </a:tr>
              <a:tr h="582007">
                <a:tc rowSpan="5"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92882" marR="92882" marT="46441" marB="46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설명</a:t>
                      </a:r>
                      <a:r>
                        <a:rPr lang="en-US" altLang="ko-KR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33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说明</a:t>
                      </a:r>
                      <a:endParaRPr lang="en-US" altLang="ko-KR" sz="33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52640"/>
                  </a:ext>
                </a:extLst>
              </a:tr>
              <a:tr h="11461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1</a:t>
                      </a:r>
                      <a:endParaRPr sz="35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895530"/>
                  </a:ext>
                </a:extLst>
              </a:tr>
              <a:tr h="15571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2</a:t>
                      </a:r>
                      <a:endParaRPr sz="35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360056"/>
                  </a:ext>
                </a:extLst>
              </a:tr>
              <a:tr h="13412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3</a:t>
                      </a:r>
                      <a:endParaRPr sz="35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126919"/>
                  </a:ext>
                </a:extLst>
              </a:tr>
              <a:tr h="15155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4</a:t>
                      </a:r>
                      <a:endParaRPr sz="3500" dirty="0"/>
                    </a:p>
                  </a:txBody>
                  <a:tcPr marL="88479" marR="88479" marT="44240" marB="44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484610"/>
                  </a:ext>
                </a:extLst>
              </a:tr>
            </a:tbl>
          </a:graphicData>
        </a:graphic>
      </p:graphicFrame>
      <p:pic>
        <p:nvPicPr>
          <p:cNvPr id="36" name="그림 35">
            <a:extLst>
              <a:ext uri="{FF2B5EF4-FFF2-40B4-BE49-F238E27FC236}">
                <a16:creationId xmlns:a16="http://schemas.microsoft.com/office/drawing/2014/main" id="{8365D0ED-99FB-4C12-7D52-52DE0808D21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1446210"/>
            <a:ext cx="993874" cy="663993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4B33CDA0-EDB9-F384-7219-C1287584484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2793791"/>
            <a:ext cx="993874" cy="66343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9F5E651-A27C-1504-6A79-361D04010D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8128" y="5869574"/>
            <a:ext cx="993874" cy="66343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E6D3425-3D97-5719-B75B-C89E876DA2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8128" y="4522551"/>
            <a:ext cx="993874" cy="663435"/>
          </a:xfrm>
          <a:prstGeom prst="rect">
            <a:avLst/>
          </a:prstGeom>
        </p:spPr>
      </p:pic>
      <p:sp>
        <p:nvSpPr>
          <p:cNvPr id="2" name="PHOTO_BOX">
            <a:extLst>
              <a:ext uri="{FF2B5EF4-FFF2-40B4-BE49-F238E27FC236}">
                <a16:creationId xmlns:a16="http://schemas.microsoft.com/office/drawing/2014/main" id="{2398FCBE-9BC9-FEEF-0860-1603EE875622}"/>
              </a:ext>
            </a:extLst>
          </p:cNvPr>
          <p:cNvSpPr/>
          <p:nvPr/>
        </p:nvSpPr>
        <p:spPr>
          <a:xfrm>
            <a:off x="100584" y="662560"/>
            <a:ext cx="6345936" cy="597598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800" dirty="0"/>
              <a:t>PHOTO_BOX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3929818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E3B5F-D979-9C3C-5FF2-26DCE70CD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98CAAB5-7732-03D4-B299-DB5EAEBC26BF}"/>
              </a:ext>
            </a:extLst>
          </p:cNvPr>
          <p:cNvGraphicFramePr>
            <a:graphicFrameLocks noGrp="1"/>
          </p:cNvGraphicFramePr>
          <p:nvPr/>
        </p:nvGraphicFramePr>
        <p:xfrm>
          <a:off x="0" y="-63316"/>
          <a:ext cx="11114069" cy="6812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8945">
                  <a:extLst>
                    <a:ext uri="{9D8B030D-6E8A-4147-A177-3AD203B41FA5}">
                      <a16:colId xmlns:a16="http://schemas.microsoft.com/office/drawing/2014/main" val="1432983574"/>
                    </a:ext>
                  </a:extLst>
                </a:gridCol>
                <a:gridCol w="4575124">
                  <a:extLst>
                    <a:ext uri="{9D8B030D-6E8A-4147-A177-3AD203B41FA5}">
                      <a16:colId xmlns:a16="http://schemas.microsoft.com/office/drawing/2014/main" val="3008074637"/>
                    </a:ext>
                  </a:extLst>
                </a:gridCol>
              </a:tblGrid>
              <a:tr h="64155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700" b="1" kern="1200">
                          <a:solidFill>
                            <a:schemeClr val="bg1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사진대지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485425"/>
                  </a:ext>
                </a:extLst>
              </a:tr>
              <a:tr h="582007">
                <a:tc rowSpan="5"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92882" marR="92882" marT="46441" marB="46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설명</a:t>
                      </a:r>
                      <a:r>
                        <a:rPr lang="en-US" altLang="ko-KR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33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说明</a:t>
                      </a:r>
                      <a:endParaRPr lang="en-US" altLang="ko-KR" sz="33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52640"/>
                  </a:ext>
                </a:extLst>
              </a:tr>
              <a:tr h="11461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1</a:t>
                      </a:r>
                      <a:endParaRPr sz="35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895530"/>
                  </a:ext>
                </a:extLst>
              </a:tr>
              <a:tr h="15571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2</a:t>
                      </a:r>
                      <a:endParaRPr sz="35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360056"/>
                  </a:ext>
                </a:extLst>
              </a:tr>
              <a:tr h="13412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3</a:t>
                      </a:r>
                      <a:endParaRPr sz="35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126919"/>
                  </a:ext>
                </a:extLst>
              </a:tr>
              <a:tr h="15155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4</a:t>
                      </a:r>
                      <a:endParaRPr sz="3500" dirty="0"/>
                    </a:p>
                  </a:txBody>
                  <a:tcPr marL="88479" marR="88479" marT="44240" marB="44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484610"/>
                  </a:ext>
                </a:extLst>
              </a:tr>
            </a:tbl>
          </a:graphicData>
        </a:graphic>
      </p:graphicFrame>
      <p:pic>
        <p:nvPicPr>
          <p:cNvPr id="36" name="그림 35">
            <a:extLst>
              <a:ext uri="{FF2B5EF4-FFF2-40B4-BE49-F238E27FC236}">
                <a16:creationId xmlns:a16="http://schemas.microsoft.com/office/drawing/2014/main" id="{D5F1CB3C-8B90-72DE-BAEE-45B0A6FFB5A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1446210"/>
            <a:ext cx="993874" cy="663993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AF291667-22A3-9E9E-1F10-58954D50B58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2793791"/>
            <a:ext cx="993874" cy="66343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36A5B8F-16D5-3225-CD25-10867F767E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8128" y="5869574"/>
            <a:ext cx="993874" cy="66343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3E225C9-AD2D-F6A8-3F33-5CDA0F8AFE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8128" y="4522551"/>
            <a:ext cx="993874" cy="663435"/>
          </a:xfrm>
          <a:prstGeom prst="rect">
            <a:avLst/>
          </a:prstGeom>
        </p:spPr>
      </p:pic>
      <p:sp>
        <p:nvSpPr>
          <p:cNvPr id="2" name="PHOTO_BOX">
            <a:extLst>
              <a:ext uri="{FF2B5EF4-FFF2-40B4-BE49-F238E27FC236}">
                <a16:creationId xmlns:a16="http://schemas.microsoft.com/office/drawing/2014/main" id="{55E5FFE5-67A4-5BC7-EE07-4575ABE337ED}"/>
              </a:ext>
            </a:extLst>
          </p:cNvPr>
          <p:cNvSpPr/>
          <p:nvPr/>
        </p:nvSpPr>
        <p:spPr>
          <a:xfrm>
            <a:off x="100584" y="662560"/>
            <a:ext cx="6345936" cy="597598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800" dirty="0"/>
              <a:t>PHOTO_BOX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39140427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27896-5B35-67F7-E1C4-C46F11810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6B672DB-F9D1-1050-524A-29475B3077A2}"/>
              </a:ext>
            </a:extLst>
          </p:cNvPr>
          <p:cNvGraphicFramePr>
            <a:graphicFrameLocks noGrp="1"/>
          </p:cNvGraphicFramePr>
          <p:nvPr/>
        </p:nvGraphicFramePr>
        <p:xfrm>
          <a:off x="0" y="-63316"/>
          <a:ext cx="11114069" cy="6812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8945">
                  <a:extLst>
                    <a:ext uri="{9D8B030D-6E8A-4147-A177-3AD203B41FA5}">
                      <a16:colId xmlns:a16="http://schemas.microsoft.com/office/drawing/2014/main" val="1432983574"/>
                    </a:ext>
                  </a:extLst>
                </a:gridCol>
                <a:gridCol w="4575124">
                  <a:extLst>
                    <a:ext uri="{9D8B030D-6E8A-4147-A177-3AD203B41FA5}">
                      <a16:colId xmlns:a16="http://schemas.microsoft.com/office/drawing/2014/main" val="3008074637"/>
                    </a:ext>
                  </a:extLst>
                </a:gridCol>
              </a:tblGrid>
              <a:tr h="64155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700" b="1" kern="1200">
                          <a:solidFill>
                            <a:schemeClr val="bg1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사진대지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485425"/>
                  </a:ext>
                </a:extLst>
              </a:tr>
              <a:tr h="582007">
                <a:tc rowSpan="5"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92882" marR="92882" marT="46441" marB="46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설명</a:t>
                      </a:r>
                      <a:r>
                        <a:rPr lang="en-US" altLang="ko-KR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33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说明</a:t>
                      </a:r>
                      <a:endParaRPr lang="en-US" altLang="ko-KR" sz="33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52640"/>
                  </a:ext>
                </a:extLst>
              </a:tr>
              <a:tr h="11461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1</a:t>
                      </a:r>
                      <a:endParaRPr sz="35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895530"/>
                  </a:ext>
                </a:extLst>
              </a:tr>
              <a:tr h="15571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2</a:t>
                      </a:r>
                      <a:endParaRPr sz="35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360056"/>
                  </a:ext>
                </a:extLst>
              </a:tr>
              <a:tr h="13412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3</a:t>
                      </a:r>
                      <a:endParaRPr sz="35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126919"/>
                  </a:ext>
                </a:extLst>
              </a:tr>
              <a:tr h="15155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4</a:t>
                      </a:r>
                      <a:endParaRPr sz="3500" dirty="0"/>
                    </a:p>
                  </a:txBody>
                  <a:tcPr marL="88479" marR="88479" marT="44240" marB="44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484610"/>
                  </a:ext>
                </a:extLst>
              </a:tr>
            </a:tbl>
          </a:graphicData>
        </a:graphic>
      </p:graphicFrame>
      <p:pic>
        <p:nvPicPr>
          <p:cNvPr id="36" name="그림 35">
            <a:extLst>
              <a:ext uri="{FF2B5EF4-FFF2-40B4-BE49-F238E27FC236}">
                <a16:creationId xmlns:a16="http://schemas.microsoft.com/office/drawing/2014/main" id="{10D73881-6CFB-A71B-0ABA-BCB36E8E128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1446210"/>
            <a:ext cx="993874" cy="663993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E26EF410-053C-CE88-AE2E-AC5DADCC84A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2793791"/>
            <a:ext cx="993874" cy="66343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909CE20-4BFC-0FA9-96CC-FB5F06C3F0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8128" y="5869574"/>
            <a:ext cx="993874" cy="66343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84BB5D5-B9D6-DBB2-70AD-B1EC1560A3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8128" y="4522551"/>
            <a:ext cx="993874" cy="663435"/>
          </a:xfrm>
          <a:prstGeom prst="rect">
            <a:avLst/>
          </a:prstGeom>
        </p:spPr>
      </p:pic>
      <p:sp>
        <p:nvSpPr>
          <p:cNvPr id="2" name="PHOTO_BOX">
            <a:extLst>
              <a:ext uri="{FF2B5EF4-FFF2-40B4-BE49-F238E27FC236}">
                <a16:creationId xmlns:a16="http://schemas.microsoft.com/office/drawing/2014/main" id="{C55AFFA4-0D18-F9F7-E919-BA0E0F276884}"/>
              </a:ext>
            </a:extLst>
          </p:cNvPr>
          <p:cNvSpPr/>
          <p:nvPr/>
        </p:nvSpPr>
        <p:spPr>
          <a:xfrm>
            <a:off x="100584" y="662560"/>
            <a:ext cx="6345936" cy="597598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800" dirty="0"/>
              <a:t>PHOTO_BOX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5355909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8E981-D83A-5CC4-C1A2-C4AD59568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C6C0982-90E6-FA54-0316-50C9A64FC7C7}"/>
              </a:ext>
            </a:extLst>
          </p:cNvPr>
          <p:cNvGraphicFramePr>
            <a:graphicFrameLocks noGrp="1"/>
          </p:cNvGraphicFramePr>
          <p:nvPr/>
        </p:nvGraphicFramePr>
        <p:xfrm>
          <a:off x="0" y="-63316"/>
          <a:ext cx="11114069" cy="6812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8945">
                  <a:extLst>
                    <a:ext uri="{9D8B030D-6E8A-4147-A177-3AD203B41FA5}">
                      <a16:colId xmlns:a16="http://schemas.microsoft.com/office/drawing/2014/main" val="1432983574"/>
                    </a:ext>
                  </a:extLst>
                </a:gridCol>
                <a:gridCol w="4575124">
                  <a:extLst>
                    <a:ext uri="{9D8B030D-6E8A-4147-A177-3AD203B41FA5}">
                      <a16:colId xmlns:a16="http://schemas.microsoft.com/office/drawing/2014/main" val="3008074637"/>
                    </a:ext>
                  </a:extLst>
                </a:gridCol>
              </a:tblGrid>
              <a:tr h="64155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700" b="1" kern="1200">
                          <a:solidFill>
                            <a:schemeClr val="bg1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사진대지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485425"/>
                  </a:ext>
                </a:extLst>
              </a:tr>
              <a:tr h="582007">
                <a:tc rowSpan="5"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92882" marR="92882" marT="46441" marB="46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설명</a:t>
                      </a:r>
                      <a:r>
                        <a:rPr lang="en-US" altLang="ko-KR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33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说明</a:t>
                      </a:r>
                      <a:endParaRPr lang="en-US" altLang="ko-KR" sz="33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52640"/>
                  </a:ext>
                </a:extLst>
              </a:tr>
              <a:tr h="11461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1</a:t>
                      </a:r>
                      <a:endParaRPr sz="35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895530"/>
                  </a:ext>
                </a:extLst>
              </a:tr>
              <a:tr h="15571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2</a:t>
                      </a:r>
                      <a:endParaRPr sz="35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360056"/>
                  </a:ext>
                </a:extLst>
              </a:tr>
              <a:tr h="13412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3</a:t>
                      </a:r>
                      <a:endParaRPr sz="35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126919"/>
                  </a:ext>
                </a:extLst>
              </a:tr>
              <a:tr h="15155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4</a:t>
                      </a:r>
                      <a:endParaRPr sz="3500" dirty="0"/>
                    </a:p>
                  </a:txBody>
                  <a:tcPr marL="88479" marR="88479" marT="44240" marB="44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484610"/>
                  </a:ext>
                </a:extLst>
              </a:tr>
            </a:tbl>
          </a:graphicData>
        </a:graphic>
      </p:graphicFrame>
      <p:pic>
        <p:nvPicPr>
          <p:cNvPr id="36" name="그림 35">
            <a:extLst>
              <a:ext uri="{FF2B5EF4-FFF2-40B4-BE49-F238E27FC236}">
                <a16:creationId xmlns:a16="http://schemas.microsoft.com/office/drawing/2014/main" id="{B17905A2-C438-13A9-7CAC-BA0DC3A199F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1446210"/>
            <a:ext cx="993874" cy="663993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473EA90E-0483-3EC3-3043-5CECCBC309B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2793791"/>
            <a:ext cx="993874" cy="66343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A2015D2-2B52-CAA1-E857-8C35324C4C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8128" y="5869574"/>
            <a:ext cx="993874" cy="66343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C8385D9-B417-CF3B-5EE1-4B24E4023B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8128" y="4522551"/>
            <a:ext cx="993874" cy="663435"/>
          </a:xfrm>
          <a:prstGeom prst="rect">
            <a:avLst/>
          </a:prstGeom>
        </p:spPr>
      </p:pic>
      <p:sp>
        <p:nvSpPr>
          <p:cNvPr id="2" name="PHOTO_BOX">
            <a:extLst>
              <a:ext uri="{FF2B5EF4-FFF2-40B4-BE49-F238E27FC236}">
                <a16:creationId xmlns:a16="http://schemas.microsoft.com/office/drawing/2014/main" id="{41ED9F7B-46C7-722F-A395-106F766EB644}"/>
              </a:ext>
            </a:extLst>
          </p:cNvPr>
          <p:cNvSpPr/>
          <p:nvPr/>
        </p:nvSpPr>
        <p:spPr>
          <a:xfrm>
            <a:off x="100584" y="662560"/>
            <a:ext cx="6345936" cy="597598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800" dirty="0"/>
              <a:t>PHOTO_BOX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38351384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E3D3A-1DA7-2973-5F21-980D3FEEF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88F4FFF-6007-B9D4-F99E-CCAE9505BCD3}"/>
              </a:ext>
            </a:extLst>
          </p:cNvPr>
          <p:cNvGraphicFramePr>
            <a:graphicFrameLocks noGrp="1"/>
          </p:cNvGraphicFramePr>
          <p:nvPr/>
        </p:nvGraphicFramePr>
        <p:xfrm>
          <a:off x="0" y="-63316"/>
          <a:ext cx="11114069" cy="6812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8945">
                  <a:extLst>
                    <a:ext uri="{9D8B030D-6E8A-4147-A177-3AD203B41FA5}">
                      <a16:colId xmlns:a16="http://schemas.microsoft.com/office/drawing/2014/main" val="1432983574"/>
                    </a:ext>
                  </a:extLst>
                </a:gridCol>
                <a:gridCol w="4575124">
                  <a:extLst>
                    <a:ext uri="{9D8B030D-6E8A-4147-A177-3AD203B41FA5}">
                      <a16:colId xmlns:a16="http://schemas.microsoft.com/office/drawing/2014/main" val="3008074637"/>
                    </a:ext>
                  </a:extLst>
                </a:gridCol>
              </a:tblGrid>
              <a:tr h="64155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700" b="1" kern="1200">
                          <a:solidFill>
                            <a:schemeClr val="bg1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사진대지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485425"/>
                  </a:ext>
                </a:extLst>
              </a:tr>
              <a:tr h="582007">
                <a:tc rowSpan="5"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92882" marR="92882" marT="46441" marB="46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설명</a:t>
                      </a:r>
                      <a:r>
                        <a:rPr lang="en-US" altLang="ko-KR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33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说明</a:t>
                      </a:r>
                      <a:endParaRPr lang="en-US" altLang="ko-KR" sz="33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52640"/>
                  </a:ext>
                </a:extLst>
              </a:tr>
              <a:tr h="11461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1</a:t>
                      </a:r>
                      <a:endParaRPr sz="35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895530"/>
                  </a:ext>
                </a:extLst>
              </a:tr>
              <a:tr h="15571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2</a:t>
                      </a:r>
                      <a:endParaRPr sz="35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360056"/>
                  </a:ext>
                </a:extLst>
              </a:tr>
              <a:tr h="13412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3</a:t>
                      </a:r>
                      <a:endParaRPr sz="35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126919"/>
                  </a:ext>
                </a:extLst>
              </a:tr>
              <a:tr h="15155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4</a:t>
                      </a:r>
                      <a:endParaRPr sz="3500" dirty="0"/>
                    </a:p>
                  </a:txBody>
                  <a:tcPr marL="88479" marR="88479" marT="44240" marB="44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484610"/>
                  </a:ext>
                </a:extLst>
              </a:tr>
            </a:tbl>
          </a:graphicData>
        </a:graphic>
      </p:graphicFrame>
      <p:pic>
        <p:nvPicPr>
          <p:cNvPr id="36" name="그림 35">
            <a:extLst>
              <a:ext uri="{FF2B5EF4-FFF2-40B4-BE49-F238E27FC236}">
                <a16:creationId xmlns:a16="http://schemas.microsoft.com/office/drawing/2014/main" id="{506548EB-C1C9-D5A0-1BB7-B83D2350954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1446210"/>
            <a:ext cx="993874" cy="663993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ADFAA135-2E96-46F0-1A8F-B4660F956EB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2793791"/>
            <a:ext cx="993874" cy="66343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58576E2-1CC3-F0DE-3A4C-4C280D4F17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8128" y="5869574"/>
            <a:ext cx="993874" cy="66343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0D666E2-F732-7B6B-8AF8-870C906204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8128" y="4522551"/>
            <a:ext cx="993874" cy="663435"/>
          </a:xfrm>
          <a:prstGeom prst="rect">
            <a:avLst/>
          </a:prstGeom>
        </p:spPr>
      </p:pic>
      <p:sp>
        <p:nvSpPr>
          <p:cNvPr id="2" name="PHOTO_BOX">
            <a:extLst>
              <a:ext uri="{FF2B5EF4-FFF2-40B4-BE49-F238E27FC236}">
                <a16:creationId xmlns:a16="http://schemas.microsoft.com/office/drawing/2014/main" id="{37C5F9A0-5850-99AC-4864-1042360C58F2}"/>
              </a:ext>
            </a:extLst>
          </p:cNvPr>
          <p:cNvSpPr/>
          <p:nvPr/>
        </p:nvSpPr>
        <p:spPr>
          <a:xfrm>
            <a:off x="100584" y="662560"/>
            <a:ext cx="6345936" cy="597598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800" dirty="0"/>
              <a:t>PHOTO_BOX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3494667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A3C10-7F33-30C3-D7A8-E02F7BB10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549DC7A9-E3C0-92E6-C801-E3262567794C}"/>
              </a:ext>
            </a:extLst>
          </p:cNvPr>
          <p:cNvGraphicFramePr>
            <a:graphicFrameLocks noGrp="1"/>
          </p:cNvGraphicFramePr>
          <p:nvPr/>
        </p:nvGraphicFramePr>
        <p:xfrm>
          <a:off x="0" y="-63316"/>
          <a:ext cx="11114069" cy="6812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8945">
                  <a:extLst>
                    <a:ext uri="{9D8B030D-6E8A-4147-A177-3AD203B41FA5}">
                      <a16:colId xmlns:a16="http://schemas.microsoft.com/office/drawing/2014/main" val="1432983574"/>
                    </a:ext>
                  </a:extLst>
                </a:gridCol>
                <a:gridCol w="4575124">
                  <a:extLst>
                    <a:ext uri="{9D8B030D-6E8A-4147-A177-3AD203B41FA5}">
                      <a16:colId xmlns:a16="http://schemas.microsoft.com/office/drawing/2014/main" val="3008074637"/>
                    </a:ext>
                  </a:extLst>
                </a:gridCol>
              </a:tblGrid>
              <a:tr h="64155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700" b="1" kern="1200">
                          <a:solidFill>
                            <a:schemeClr val="bg1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사진대지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485425"/>
                  </a:ext>
                </a:extLst>
              </a:tr>
              <a:tr h="582007">
                <a:tc rowSpan="5"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92882" marR="92882" marT="46441" marB="46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설명</a:t>
                      </a:r>
                      <a:r>
                        <a:rPr lang="en-US" altLang="ko-KR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33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说明</a:t>
                      </a:r>
                      <a:endParaRPr lang="en-US" altLang="ko-KR" sz="33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52640"/>
                  </a:ext>
                </a:extLst>
              </a:tr>
              <a:tr h="11461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1</a:t>
                      </a:r>
                      <a:endParaRPr sz="35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895530"/>
                  </a:ext>
                </a:extLst>
              </a:tr>
              <a:tr h="15571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2</a:t>
                      </a:r>
                      <a:endParaRPr sz="35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360056"/>
                  </a:ext>
                </a:extLst>
              </a:tr>
              <a:tr h="13412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3</a:t>
                      </a:r>
                      <a:endParaRPr sz="35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126919"/>
                  </a:ext>
                </a:extLst>
              </a:tr>
              <a:tr h="15155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4</a:t>
                      </a:r>
                      <a:endParaRPr sz="3500" dirty="0"/>
                    </a:p>
                  </a:txBody>
                  <a:tcPr marL="88479" marR="88479" marT="44240" marB="44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484610"/>
                  </a:ext>
                </a:extLst>
              </a:tr>
            </a:tbl>
          </a:graphicData>
        </a:graphic>
      </p:graphicFrame>
      <p:pic>
        <p:nvPicPr>
          <p:cNvPr id="36" name="그림 35">
            <a:extLst>
              <a:ext uri="{FF2B5EF4-FFF2-40B4-BE49-F238E27FC236}">
                <a16:creationId xmlns:a16="http://schemas.microsoft.com/office/drawing/2014/main" id="{72085635-BED0-CD47-4BC9-A3921087974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1446210"/>
            <a:ext cx="993874" cy="663993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D48EDBBA-95FF-E7CD-C471-10E6DCEAB56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2793791"/>
            <a:ext cx="993874" cy="66343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53AF608-AD05-5D4F-22AD-7FD13DDFB2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8128" y="5869574"/>
            <a:ext cx="993874" cy="66343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C2318BA-C4E7-F007-AB00-77CCBDEC06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8128" y="4522551"/>
            <a:ext cx="993874" cy="663435"/>
          </a:xfrm>
          <a:prstGeom prst="rect">
            <a:avLst/>
          </a:prstGeom>
        </p:spPr>
      </p:pic>
      <p:sp>
        <p:nvSpPr>
          <p:cNvPr id="2" name="PHOTO_BOX">
            <a:extLst>
              <a:ext uri="{FF2B5EF4-FFF2-40B4-BE49-F238E27FC236}">
                <a16:creationId xmlns:a16="http://schemas.microsoft.com/office/drawing/2014/main" id="{55AC8493-6213-7647-967E-932AFFC0A8C7}"/>
              </a:ext>
            </a:extLst>
          </p:cNvPr>
          <p:cNvSpPr/>
          <p:nvPr/>
        </p:nvSpPr>
        <p:spPr>
          <a:xfrm>
            <a:off x="100584" y="662560"/>
            <a:ext cx="6345936" cy="597598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800" dirty="0"/>
              <a:t>PHOTO_BOX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13622992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B323F-9945-6075-04B8-27B1678BE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21C9A94-4A63-D09D-A841-584E63EB2FA9}"/>
              </a:ext>
            </a:extLst>
          </p:cNvPr>
          <p:cNvGraphicFramePr>
            <a:graphicFrameLocks noGrp="1"/>
          </p:cNvGraphicFramePr>
          <p:nvPr/>
        </p:nvGraphicFramePr>
        <p:xfrm>
          <a:off x="0" y="-63316"/>
          <a:ext cx="11114069" cy="6812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8945">
                  <a:extLst>
                    <a:ext uri="{9D8B030D-6E8A-4147-A177-3AD203B41FA5}">
                      <a16:colId xmlns:a16="http://schemas.microsoft.com/office/drawing/2014/main" val="1432983574"/>
                    </a:ext>
                  </a:extLst>
                </a:gridCol>
                <a:gridCol w="4575124">
                  <a:extLst>
                    <a:ext uri="{9D8B030D-6E8A-4147-A177-3AD203B41FA5}">
                      <a16:colId xmlns:a16="http://schemas.microsoft.com/office/drawing/2014/main" val="3008074637"/>
                    </a:ext>
                  </a:extLst>
                </a:gridCol>
              </a:tblGrid>
              <a:tr h="64155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700" b="1" kern="1200">
                          <a:solidFill>
                            <a:schemeClr val="bg1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사진대지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485425"/>
                  </a:ext>
                </a:extLst>
              </a:tr>
              <a:tr h="582007">
                <a:tc rowSpan="5"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92882" marR="92882" marT="46441" marB="46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설명</a:t>
                      </a:r>
                      <a:r>
                        <a:rPr lang="en-US" altLang="ko-KR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33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说明</a:t>
                      </a:r>
                      <a:endParaRPr lang="en-US" altLang="ko-KR" sz="33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52640"/>
                  </a:ext>
                </a:extLst>
              </a:tr>
              <a:tr h="11461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1</a:t>
                      </a:r>
                      <a:endParaRPr sz="35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895530"/>
                  </a:ext>
                </a:extLst>
              </a:tr>
              <a:tr h="15571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2</a:t>
                      </a:r>
                      <a:endParaRPr sz="35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360056"/>
                  </a:ext>
                </a:extLst>
              </a:tr>
              <a:tr h="13412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3</a:t>
                      </a:r>
                      <a:endParaRPr sz="35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126919"/>
                  </a:ext>
                </a:extLst>
              </a:tr>
              <a:tr h="15155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4</a:t>
                      </a:r>
                      <a:endParaRPr sz="3500" dirty="0"/>
                    </a:p>
                  </a:txBody>
                  <a:tcPr marL="88479" marR="88479" marT="44240" marB="44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484610"/>
                  </a:ext>
                </a:extLst>
              </a:tr>
            </a:tbl>
          </a:graphicData>
        </a:graphic>
      </p:graphicFrame>
      <p:pic>
        <p:nvPicPr>
          <p:cNvPr id="36" name="그림 35">
            <a:extLst>
              <a:ext uri="{FF2B5EF4-FFF2-40B4-BE49-F238E27FC236}">
                <a16:creationId xmlns:a16="http://schemas.microsoft.com/office/drawing/2014/main" id="{5FECDD2A-C0AA-1D3B-181E-2103CB0AE4D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1446210"/>
            <a:ext cx="993874" cy="663993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EF905B34-D514-79EE-540B-84BEAB14152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2793791"/>
            <a:ext cx="993874" cy="66343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4C9DE88-1C57-0621-5460-D3C9EF0592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8128" y="5869574"/>
            <a:ext cx="993874" cy="66343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AB3B27E-6019-C69F-1191-18A9954DD7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8128" y="4522551"/>
            <a:ext cx="993874" cy="663435"/>
          </a:xfrm>
          <a:prstGeom prst="rect">
            <a:avLst/>
          </a:prstGeom>
        </p:spPr>
      </p:pic>
      <p:sp>
        <p:nvSpPr>
          <p:cNvPr id="2" name="PHOTO_BOX">
            <a:extLst>
              <a:ext uri="{FF2B5EF4-FFF2-40B4-BE49-F238E27FC236}">
                <a16:creationId xmlns:a16="http://schemas.microsoft.com/office/drawing/2014/main" id="{E90CFEED-F422-EED4-8FC5-92A923BB66F8}"/>
              </a:ext>
            </a:extLst>
          </p:cNvPr>
          <p:cNvSpPr/>
          <p:nvPr/>
        </p:nvSpPr>
        <p:spPr>
          <a:xfrm>
            <a:off x="100584" y="662560"/>
            <a:ext cx="6345936" cy="597598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800" dirty="0"/>
              <a:t>PHOTO_BOX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7950762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0DB28-7073-D881-B21C-F9605E6FE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C8E3214-8A24-F181-56C0-80D2CFAD6C9B}"/>
              </a:ext>
            </a:extLst>
          </p:cNvPr>
          <p:cNvGraphicFramePr>
            <a:graphicFrameLocks noGrp="1"/>
          </p:cNvGraphicFramePr>
          <p:nvPr/>
        </p:nvGraphicFramePr>
        <p:xfrm>
          <a:off x="0" y="-63316"/>
          <a:ext cx="11114069" cy="6812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8945">
                  <a:extLst>
                    <a:ext uri="{9D8B030D-6E8A-4147-A177-3AD203B41FA5}">
                      <a16:colId xmlns:a16="http://schemas.microsoft.com/office/drawing/2014/main" val="1432983574"/>
                    </a:ext>
                  </a:extLst>
                </a:gridCol>
                <a:gridCol w="4575124">
                  <a:extLst>
                    <a:ext uri="{9D8B030D-6E8A-4147-A177-3AD203B41FA5}">
                      <a16:colId xmlns:a16="http://schemas.microsoft.com/office/drawing/2014/main" val="3008074637"/>
                    </a:ext>
                  </a:extLst>
                </a:gridCol>
              </a:tblGrid>
              <a:tr h="64155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700" b="1" kern="1200">
                          <a:solidFill>
                            <a:schemeClr val="bg1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사진대지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485425"/>
                  </a:ext>
                </a:extLst>
              </a:tr>
              <a:tr h="582007">
                <a:tc rowSpan="5"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92882" marR="92882" marT="46441" marB="46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설명</a:t>
                      </a:r>
                      <a:r>
                        <a:rPr lang="en-US" altLang="ko-KR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33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说明</a:t>
                      </a:r>
                      <a:endParaRPr lang="en-US" altLang="ko-KR" sz="33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52640"/>
                  </a:ext>
                </a:extLst>
              </a:tr>
              <a:tr h="11461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1</a:t>
                      </a:r>
                      <a:endParaRPr sz="35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895530"/>
                  </a:ext>
                </a:extLst>
              </a:tr>
              <a:tr h="15571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2</a:t>
                      </a:r>
                      <a:endParaRPr sz="35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360056"/>
                  </a:ext>
                </a:extLst>
              </a:tr>
              <a:tr h="13412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3</a:t>
                      </a:r>
                      <a:endParaRPr sz="35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126919"/>
                  </a:ext>
                </a:extLst>
              </a:tr>
              <a:tr h="15155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4</a:t>
                      </a:r>
                      <a:endParaRPr sz="3500" dirty="0"/>
                    </a:p>
                  </a:txBody>
                  <a:tcPr marL="88479" marR="88479" marT="44240" marB="44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484610"/>
                  </a:ext>
                </a:extLst>
              </a:tr>
            </a:tbl>
          </a:graphicData>
        </a:graphic>
      </p:graphicFrame>
      <p:pic>
        <p:nvPicPr>
          <p:cNvPr id="36" name="그림 35">
            <a:extLst>
              <a:ext uri="{FF2B5EF4-FFF2-40B4-BE49-F238E27FC236}">
                <a16:creationId xmlns:a16="http://schemas.microsoft.com/office/drawing/2014/main" id="{ED52B40E-9ACF-5303-3F3C-7AF67356A37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1446210"/>
            <a:ext cx="993874" cy="663993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BA0DDBC3-0835-B133-91E6-B075D3DDF08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2793791"/>
            <a:ext cx="993874" cy="66343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CA6C3F2-E7CD-96D2-4ED8-2D134222DC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8128" y="5869574"/>
            <a:ext cx="993874" cy="66343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E1AE1D9-37F0-F4AB-C910-49F4C50357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8128" y="4522551"/>
            <a:ext cx="993874" cy="663435"/>
          </a:xfrm>
          <a:prstGeom prst="rect">
            <a:avLst/>
          </a:prstGeom>
        </p:spPr>
      </p:pic>
      <p:sp>
        <p:nvSpPr>
          <p:cNvPr id="2" name="PHOTO_BOX">
            <a:extLst>
              <a:ext uri="{FF2B5EF4-FFF2-40B4-BE49-F238E27FC236}">
                <a16:creationId xmlns:a16="http://schemas.microsoft.com/office/drawing/2014/main" id="{3C3B1A63-8524-83FC-D51C-599930875FAD}"/>
              </a:ext>
            </a:extLst>
          </p:cNvPr>
          <p:cNvSpPr/>
          <p:nvPr/>
        </p:nvSpPr>
        <p:spPr>
          <a:xfrm>
            <a:off x="100584" y="662560"/>
            <a:ext cx="6345936" cy="597598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800" dirty="0"/>
              <a:t>PHOTO_BOX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8530660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492C9-43E5-4C08-ED86-E5504A19D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2C2D461-86E7-6177-FA0C-C2C8C430CB90}"/>
              </a:ext>
            </a:extLst>
          </p:cNvPr>
          <p:cNvGraphicFramePr>
            <a:graphicFrameLocks noGrp="1"/>
          </p:cNvGraphicFramePr>
          <p:nvPr/>
        </p:nvGraphicFramePr>
        <p:xfrm>
          <a:off x="0" y="-63316"/>
          <a:ext cx="11114069" cy="6812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8945">
                  <a:extLst>
                    <a:ext uri="{9D8B030D-6E8A-4147-A177-3AD203B41FA5}">
                      <a16:colId xmlns:a16="http://schemas.microsoft.com/office/drawing/2014/main" val="1432983574"/>
                    </a:ext>
                  </a:extLst>
                </a:gridCol>
                <a:gridCol w="4575124">
                  <a:extLst>
                    <a:ext uri="{9D8B030D-6E8A-4147-A177-3AD203B41FA5}">
                      <a16:colId xmlns:a16="http://schemas.microsoft.com/office/drawing/2014/main" val="3008074637"/>
                    </a:ext>
                  </a:extLst>
                </a:gridCol>
              </a:tblGrid>
              <a:tr h="64155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700" b="1" kern="1200">
                          <a:solidFill>
                            <a:schemeClr val="bg1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사진대지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485425"/>
                  </a:ext>
                </a:extLst>
              </a:tr>
              <a:tr h="582007">
                <a:tc rowSpan="5"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92882" marR="92882" marT="46441" marB="46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설명</a:t>
                      </a:r>
                      <a:r>
                        <a:rPr lang="en-US" altLang="ko-KR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33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说明</a:t>
                      </a:r>
                      <a:endParaRPr lang="en-US" altLang="ko-KR" sz="33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52640"/>
                  </a:ext>
                </a:extLst>
              </a:tr>
              <a:tr h="11461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1</a:t>
                      </a:r>
                      <a:endParaRPr sz="35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895530"/>
                  </a:ext>
                </a:extLst>
              </a:tr>
              <a:tr h="15571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2</a:t>
                      </a:r>
                      <a:endParaRPr sz="35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360056"/>
                  </a:ext>
                </a:extLst>
              </a:tr>
              <a:tr h="13412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3</a:t>
                      </a:r>
                      <a:endParaRPr sz="35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126919"/>
                  </a:ext>
                </a:extLst>
              </a:tr>
              <a:tr h="15155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4</a:t>
                      </a:r>
                      <a:endParaRPr sz="3500" dirty="0"/>
                    </a:p>
                  </a:txBody>
                  <a:tcPr marL="88479" marR="88479" marT="44240" marB="44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484610"/>
                  </a:ext>
                </a:extLst>
              </a:tr>
            </a:tbl>
          </a:graphicData>
        </a:graphic>
      </p:graphicFrame>
      <p:pic>
        <p:nvPicPr>
          <p:cNvPr id="36" name="그림 35">
            <a:extLst>
              <a:ext uri="{FF2B5EF4-FFF2-40B4-BE49-F238E27FC236}">
                <a16:creationId xmlns:a16="http://schemas.microsoft.com/office/drawing/2014/main" id="{DBE76F23-CAC0-7F33-79F2-D760C871ED7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1446210"/>
            <a:ext cx="993874" cy="663993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F93E3B0C-9FAC-C5A3-FB8A-3BB0118C8FD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2793791"/>
            <a:ext cx="993874" cy="66343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34A727A-94B9-693B-FE0F-E25571973D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8128" y="5869574"/>
            <a:ext cx="993874" cy="66343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6EA11BA-458D-65B7-D642-09329BB51D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8128" y="4522551"/>
            <a:ext cx="993874" cy="663435"/>
          </a:xfrm>
          <a:prstGeom prst="rect">
            <a:avLst/>
          </a:prstGeom>
        </p:spPr>
      </p:pic>
      <p:sp>
        <p:nvSpPr>
          <p:cNvPr id="2" name="PHOTO_BOX">
            <a:extLst>
              <a:ext uri="{FF2B5EF4-FFF2-40B4-BE49-F238E27FC236}">
                <a16:creationId xmlns:a16="http://schemas.microsoft.com/office/drawing/2014/main" id="{F8BA9E07-666E-089E-ABC5-BD1C2BBE15C6}"/>
              </a:ext>
            </a:extLst>
          </p:cNvPr>
          <p:cNvSpPr/>
          <p:nvPr/>
        </p:nvSpPr>
        <p:spPr>
          <a:xfrm>
            <a:off x="100584" y="662560"/>
            <a:ext cx="6345936" cy="597598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800" dirty="0"/>
              <a:t>PHOTO_BOX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13063936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B944D-604F-14BD-4F1A-13CBE2801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FA14E65-23E8-DEFB-53F1-1A9F0E9ECE25}"/>
              </a:ext>
            </a:extLst>
          </p:cNvPr>
          <p:cNvGraphicFramePr>
            <a:graphicFrameLocks noGrp="1"/>
          </p:cNvGraphicFramePr>
          <p:nvPr/>
        </p:nvGraphicFramePr>
        <p:xfrm>
          <a:off x="0" y="-63316"/>
          <a:ext cx="11114069" cy="6812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8945">
                  <a:extLst>
                    <a:ext uri="{9D8B030D-6E8A-4147-A177-3AD203B41FA5}">
                      <a16:colId xmlns:a16="http://schemas.microsoft.com/office/drawing/2014/main" val="1432983574"/>
                    </a:ext>
                  </a:extLst>
                </a:gridCol>
                <a:gridCol w="4575124">
                  <a:extLst>
                    <a:ext uri="{9D8B030D-6E8A-4147-A177-3AD203B41FA5}">
                      <a16:colId xmlns:a16="http://schemas.microsoft.com/office/drawing/2014/main" val="3008074637"/>
                    </a:ext>
                  </a:extLst>
                </a:gridCol>
              </a:tblGrid>
              <a:tr h="64155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700" b="1" kern="1200">
                          <a:solidFill>
                            <a:schemeClr val="bg1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사진대지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485425"/>
                  </a:ext>
                </a:extLst>
              </a:tr>
              <a:tr h="582007">
                <a:tc rowSpan="5"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92882" marR="92882" marT="46441" marB="46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설명</a:t>
                      </a:r>
                      <a:r>
                        <a:rPr lang="en-US" altLang="ko-KR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33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说明</a:t>
                      </a:r>
                      <a:endParaRPr lang="en-US" altLang="ko-KR" sz="33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52640"/>
                  </a:ext>
                </a:extLst>
              </a:tr>
              <a:tr h="11461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1</a:t>
                      </a:r>
                      <a:endParaRPr sz="35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895530"/>
                  </a:ext>
                </a:extLst>
              </a:tr>
              <a:tr h="15571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2</a:t>
                      </a:r>
                      <a:endParaRPr sz="35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360056"/>
                  </a:ext>
                </a:extLst>
              </a:tr>
              <a:tr h="13412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3</a:t>
                      </a:r>
                      <a:endParaRPr sz="35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126919"/>
                  </a:ext>
                </a:extLst>
              </a:tr>
              <a:tr h="15155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4</a:t>
                      </a:r>
                      <a:endParaRPr sz="3500" dirty="0"/>
                    </a:p>
                  </a:txBody>
                  <a:tcPr marL="88479" marR="88479" marT="44240" marB="44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484610"/>
                  </a:ext>
                </a:extLst>
              </a:tr>
            </a:tbl>
          </a:graphicData>
        </a:graphic>
      </p:graphicFrame>
      <p:pic>
        <p:nvPicPr>
          <p:cNvPr id="36" name="그림 35">
            <a:extLst>
              <a:ext uri="{FF2B5EF4-FFF2-40B4-BE49-F238E27FC236}">
                <a16:creationId xmlns:a16="http://schemas.microsoft.com/office/drawing/2014/main" id="{308CBD62-572D-5765-8FA2-8C509938B01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1446210"/>
            <a:ext cx="993874" cy="663993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5262E3DC-2962-5CA1-1B3C-FA16883878C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2793791"/>
            <a:ext cx="993874" cy="66343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21D0AC1-4EEC-6504-6A36-AD95DD34B4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8128" y="5869574"/>
            <a:ext cx="993874" cy="66343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216A8E5-5899-E4A7-E9BC-C47500093A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8128" y="4522551"/>
            <a:ext cx="993874" cy="663435"/>
          </a:xfrm>
          <a:prstGeom prst="rect">
            <a:avLst/>
          </a:prstGeom>
        </p:spPr>
      </p:pic>
      <p:sp>
        <p:nvSpPr>
          <p:cNvPr id="2" name="PHOTO_BOX">
            <a:extLst>
              <a:ext uri="{FF2B5EF4-FFF2-40B4-BE49-F238E27FC236}">
                <a16:creationId xmlns:a16="http://schemas.microsoft.com/office/drawing/2014/main" id="{BE58EE23-BBDD-60C1-6674-79F01E774CDC}"/>
              </a:ext>
            </a:extLst>
          </p:cNvPr>
          <p:cNvSpPr/>
          <p:nvPr/>
        </p:nvSpPr>
        <p:spPr>
          <a:xfrm>
            <a:off x="100584" y="662560"/>
            <a:ext cx="6345936" cy="597598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800" dirty="0"/>
              <a:t>PHOTO_BOX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1476537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3B6D7EA30A37148B2A67329C4059AAF" ma:contentTypeVersion="14" ma:contentTypeDescription="Create a new document." ma:contentTypeScope="" ma:versionID="6e60e303ae605156cc1e49bda12eae63">
  <xsd:schema xmlns:xsd="http://www.w3.org/2001/XMLSchema" xmlns:xs="http://www.w3.org/2001/XMLSchema" xmlns:p="http://schemas.microsoft.com/office/2006/metadata/properties" xmlns:ns2="552e0757-ace6-46d3-a9a0-fef629e06688" xmlns:ns3="14e95305-4dae-4d1b-ba82-6fbec92cd780" targetNamespace="http://schemas.microsoft.com/office/2006/metadata/properties" ma:root="true" ma:fieldsID="9c1296cb7282419be5e795e48922d2f0" ns2:_="" ns3:_="">
    <xsd:import namespace="552e0757-ace6-46d3-a9a0-fef629e06688"/>
    <xsd:import namespace="14e95305-4dae-4d1b-ba82-6fbec92cd78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2e0757-ace6-46d3-a9a0-fef629e066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1fb70b6-d210-4b74-85ba-b603f93f2d5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e95305-4dae-4d1b-ba82-6fbec92cd78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741912a-d643-44f6-959c-146f37d56d98}" ma:internalName="TaxCatchAll" ma:showField="CatchAllData" ma:web="14e95305-4dae-4d1b-ba82-6fbec92cd78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52e0757-ace6-46d3-a9a0-fef629e06688">
      <Terms xmlns="http://schemas.microsoft.com/office/infopath/2007/PartnerControls"/>
    </lcf76f155ced4ddcb4097134ff3c332f>
    <TaxCatchAll xmlns="14e95305-4dae-4d1b-ba82-6fbec92cd780" xsi:nil="true"/>
  </documentManagement>
</p:properties>
</file>

<file path=customXml/itemProps1.xml><?xml version="1.0" encoding="utf-8"?>
<ds:datastoreItem xmlns:ds="http://schemas.openxmlformats.org/officeDocument/2006/customXml" ds:itemID="{3CBED44C-22C4-4FBF-86DF-A265F9A98E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52e0757-ace6-46d3-a9a0-fef629e06688"/>
    <ds:schemaRef ds:uri="14e95305-4dae-4d1b-ba82-6fbec92cd7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CBA21F2-B51B-40F5-A150-A9F201C2F2D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177CBB7-B714-4F85-AD50-F0BBEF76B952}">
  <ds:schemaRefs>
    <ds:schemaRef ds:uri="http://schemas.microsoft.com/office/2006/documentManagement/types"/>
    <ds:schemaRef ds:uri="http://www.w3.org/XML/1998/namespace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14e95305-4dae-4d1b-ba82-6fbec92cd780"/>
    <ds:schemaRef ds:uri="552e0757-ace6-46d3-a9a0-fef629e06688"/>
    <ds:schemaRef ds:uri="http://purl.org/dc/dcmitype/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a11ee6e5-21a0-48c4-8af4-6cc1347f763e}" enabled="1" method="Privileged" siteId="{a27ddcc1-bea5-4183-aa29-fd96d7612a1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680</TotalTime>
  <Words>240</Words>
  <Application>Microsoft Office PowerPoint</Application>
  <PresentationFormat>와이드스크린</PresentationFormat>
  <Paragraphs>160</Paragraphs>
  <Slides>20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6" baseType="lpstr">
      <vt:lpstr>맑은 고딕</vt:lpstr>
      <vt:lpstr>현대하모니 L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정도현(JUNG DO HYUN) 매니저</dc:creator>
  <cp:lastModifiedBy>정도현(JUNG DO HYUN) 매니저</cp:lastModifiedBy>
  <cp:revision>132</cp:revision>
  <cp:lastPrinted>2026-01-15T21:29:25Z</cp:lastPrinted>
  <dcterms:created xsi:type="dcterms:W3CDTF">2025-12-10T21:27:34Z</dcterms:created>
  <dcterms:modified xsi:type="dcterms:W3CDTF">2026-06-02T21:11:35Z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Text">
    <vt:lpwstr>대외비(Restricted)</vt:lpwstr>
  </property>
  <property fmtid="{D5CDD505-2E9C-101B-9397-08002B2CF9AE}" pid="3" name="ContentTypeId">
    <vt:lpwstr>0x01010003B6D7EA30A37148B2A67329C4059AAF</vt:lpwstr>
  </property>
  <property fmtid="{D5CDD505-2E9C-101B-9397-08002B2CF9AE}" pid="4" name="MediaServiceImageTags">
    <vt:lpwstr/>
  </property>
</Properties>
</file>